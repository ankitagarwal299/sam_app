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9" r:id="rId8"/>
    <p:sldId id="263" r:id="rId9"/>
    <p:sldId id="270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292" autoAdjust="0"/>
  </p:normalViewPr>
  <p:slideViewPr>
    <p:cSldViewPr snapToGrid="0">
      <p:cViewPr varScale="1">
        <p:scale>
          <a:sx n="109" d="100"/>
          <a:sy n="109" d="100"/>
        </p:scale>
        <p:origin x="132" y="25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5AAE6-E890-4C44-ABF3-6B5F1E58D1B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40C0E-0DD8-4606-8347-15957845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1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en-US" b="1" dirty="0"/>
          </a:p>
          <a:p>
            <a:pPr latinLnBrk="1"/>
            <a:r>
              <a:rPr lang="en-US" b="1" dirty="0"/>
              <a:t>API :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https://xyz.com/api/account/v1/accounts/accesslevels/{userid}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 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"3678971d6-eee4-4b1b-beee-8c61c193931e",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"success":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"status": "OK",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moduleDataList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"id": 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xxxxxxxxxxxxxxxxxxx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"Bulk Upload/Download",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moduleDescription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"Here you can bulk upload &amp; download Artifacts, Datasets",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moduleImagePath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"/assets/images/Bulk_upload.jpg",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"/home/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bulkupload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moduleIsDisabled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moduleIsHeight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modulePositionSequence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"{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': '',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': 'Bulk Upload' }",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roleAccessLevels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"Administrator",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"priority": 3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"id":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xxxxxxxxxxxxxxxxxxx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"Enterprise Software Portfolio",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moduleDescription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"Baseline and Forecast financial data for expected Enterprise S/W Spend &amp; Pipeline",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moduleImagePath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"/assets/images/enterpriseSoftwarePortfolio.png",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"/home/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viewasset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moduleIsDisabled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moduleIsHeight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modulePositionSequence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"{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'',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'ITAM Asset table view' }",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roleAccessLevels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"Administrator",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"priority": 3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"id":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xxxxxxxxxxxxxxxxxxx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"Purchase Order Processing",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moduleDescription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"Available PO data to ADD, RENEW or IGNORE for Portfolio View \\n \\n",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moduleImagePath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"/assets/images/poProcessing.jpg",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"/home/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snowFlakePoView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moduleIsDisabled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moduleIsHeight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modulePositionSequence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4,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"{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': '',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': 'Purchase Order Processing' }",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roleAccessLevels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"Administrator",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"priority": 3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"id":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xxxxxxxxxxxxxxxxxxx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"Enterprise Software Portfolio New",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moduleDescription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"Baseline and Forecast financial data for expected Enterprise S/W Spend &amp; Pipeline",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moduleImagePath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"/assets/images/enterpriseSoftwarePortfolio.png",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"/home/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viewassetnew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moduleIsDisabled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moduleIsHeight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modulePositionSequence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15,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roleAccessLevels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"Administrator",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"priority": 3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"id":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xxxxxxxxxxxxxxxxxxx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"Financial Analysts PO Portfolio",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moduleDescription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"Financial Analysts PO Portfolio",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moduleImagePath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"/assets/images/financialAnalystPortfolio.jpg",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"/home/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financialAnalystsPortfolio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moduleIsDisabled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moduleIsHeight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modulePositionSequence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14,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"{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'',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attributeGroupName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'Financial Analysts PO Portfolio' }",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roleAccessLevels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"Administrator",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"Admin",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"priority": 3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7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en-US" b="1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https://xyz.com/api/dataloader/v1/attributes/getLeadersDashboard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"filter": {},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"$fields.actuals_amount_q1FY26",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"$fields.actuals_amount_q2FY26",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"$fields.actuals_amount_q3FY26",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"$fields.actuals_amount_q4FY26",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"$fa_forecast_amount_q1FY26",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"$fa_forecast_amount_q2FY26",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"$fa_forecast_amount_q3FY26",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"$fa_forecast_amount_q4FY26"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"filter": {},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"$fields.actuals_amount_q1FY25",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"$fields.actuals_amount_q2FY25",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"$fields.actuals_amount_q3FY25",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"$fields.actuals_amount_q4FY25",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"$fa_forecast_amount_q1FY25",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"$fa_forecast_amount_q2FY25",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"$fa_forecast_amount_q3FY25",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"$fa_forecast_amount_q4FY25"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83,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renewing_amortized_software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123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123.04,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amortized_price_change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"price_change_q4FY25":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-123.0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amortized_volume_change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amortized_expansion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renewing_expense_software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4569,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expense_price_change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"price_change_q4FY25":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expense_volume_change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-123.0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expense_expansion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cross_charge_data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cross_charge_credit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cross_charge_debit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non_committed_spend_data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incremental_functional_favorability_funded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incremental_yet_to_be_approved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incremental_sto_allowed_overspend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incremental_it_risk_funded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incremental_miscellaneous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incremental_price_change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incremental_volume_change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incremental_expansion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incremental_cross_charge_credit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-123.0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incremental_cross_charge_debit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gl_usd_net_data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"actuals_amount_q2FY26":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gl_usd_net_depreciation_data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4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en-US" b="1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https://xyz.com/api/dataloader/v1/attributes/getLeadersDashboard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"filter": {},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"$fields.actuals_amount_q1FY26",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"$fields.actuals_amount_q2FY26",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"$fields.actuals_amount_q3FY26",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"$fields.actuals_amount_q4FY26",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"$fa_forecast_amount_q1FY26",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"$fa_forecast_amount_q2FY26",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"$fa_forecast_amount_q3FY26",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"$fa_forecast_amount_q4FY26"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"filter": {},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"$fields.actuals_amount_q1FY25",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"$fields.actuals_amount_q2FY25",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"$fields.actuals_amount_q3FY25",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"$fields.actuals_amount_q4FY25",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"$fa_forecast_amount_q1FY25",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"$fa_forecast_amount_q2FY25",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"$fa_forecast_amount_q3FY25",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"$fa_forecast_amount_q4FY25"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83,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renewing_amortized_software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123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123.04,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amortized_price_change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"price_change_q4FY25":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-123.0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amortized_volume_change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amortized_expansion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renewing_expense_software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4569,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expense_price_change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"price_change_q4FY25":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expense_volume_change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-123.0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expense_expansion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cross_charge_data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cross_charge_credit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cross_charge_debit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non_committed_spend_data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incremental_functional_favorability_funded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incremental_yet_to_be_approved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incremental_sto_allowed_overspend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incremental_it_risk_funded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incremental_miscellaneous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incremental_price_change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incremental_volume_change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incremental_expansion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incremental_cross_charge_credit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11,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-123.0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incremental_cross_charge_debit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"po_count_FY25":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"forecast_amount_q3FY25":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"po_count_FY26": 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gl_usd_net_data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"actuals_amount_q2FY26":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"actuals_amount_q3FY26": -123.0,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"actuals_amount_q4FY26":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gl_usd_net_depreciation_data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"actuals_amount_q4FY25":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"actuals_amount_q3FY25":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"actuals_amount_q2FY25":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"actuals_amount_q1FY26":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8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br>
              <a:rPr lang="en-US" dirty="0"/>
            </a:br>
            <a:r>
              <a:rPr lang="en-US" b="1" dirty="0"/>
              <a:t>API 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https://xyz.com/api/dataloader/v1/attributes/purchaseorders/aggregate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"filter":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"onex_level4_name": "$fields.onex_level4_name",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"onex_level5_name": "$fields.onex_level5_name",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"tier":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rankedTier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attributeCounts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po_count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addToSet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"acv": "$sum:$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deduplicated_annual_contract_value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"$sum:$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deduplicated_total_contract_value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in_year_forecast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"$sum:$fields.baseline_completed_renewals_total_amountFY26"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"tier",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1500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 : 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"xxx-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xxxxxx-xxxx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"success":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"status":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purchaseOrderRows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"acv":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in_year_forecast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123.2,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"onex_level4_name": "Stark",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"onex_level5_name": "Rody",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"tier": "1-Mega",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COGS_Product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Std Cost",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po_count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"acv":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in_year_forecast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"onex_level4_name": "Robert",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"onex_level5_name": "Rody",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"tier": "1-Mega",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po_count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4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90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br>
              <a:rPr lang="en-US" dirty="0"/>
            </a:br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https://xyz.com/api/datalake/v1/attributes/purchaseorders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 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"fields":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"value":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"type": "STRING"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"filter":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"TOTAL_AMOUNT_USD",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 Amount",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"DESCENDING"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-xx-xxx-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"success":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"status":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purchaseOrderRows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"58e479b1-266d-4121-9165-9d337b4ca700",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"2023-04-11T06:14:26.405+00:00",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"2023-06-13T06:53:24.743+00:00",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"VENDOR_NAME",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"Vendor 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"TECHNOLOGY LLC",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"58e479b1-266d-4121-9165-9d337b4ca700",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"2023-04-11T06:19:35.270+00:00",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"2023-05-31T06:53:29.751+00:00",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"VENDOR_ID",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"Vendor 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"INTEGER",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"23",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"58e479b1-266d-4121-9165-9d337b4ca700",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"2023-04-11T06:21:56.567+00:00",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"2023-05-31T06:53:56.742+00:00",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"FISCAL_YEAR",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"Fiscal Year",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"INTEGER",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"2026",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"58e479b1-266d-4121-9165-9d337b4ca700",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"2023-04-11T06:22:50.339+00:00",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"2023-05-31T06:54:10.633+00:00",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"PO_NUMBER",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"PO Number",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"TEST1",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"0b20caf0-c9d9-477c-8374-56c2a2a08e1a",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"2023-04-11T06:26:35.378+00:00",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"2023-06-02T05:41:49.010+00:00",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"TOTAL_AMOUNT_USD",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"PO Amount",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"CURRENCY",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"123.123",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"fe45cb48-c1fc-424a-97d3-f4e3b86aa4ff",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"2023-04-11T06:32:54.767+00:00",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"2024-09-11T19:32:02.832+00:00",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"NODE_LEVEL05_NAME",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"Level 5 Leader",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"Robert",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"6a41312f-86b2-4a3d-9fe9-c387676b8fc8",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"2023-04-11T06:33:45.849+00:00",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"2024-09-11T19:31:42.819+00:00",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"NODE_LEVEL04_NAME",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"Level 4 Leader",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Rodhey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"a7f9bb05-efae-465e-9842-8ebf2e842f21",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"2023-05-17T09:15:25.518+00:00",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"2023-05-31T06:54:59.309+00:00",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"SOFTWARE_PUBLISHER",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"Software Publisher",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"TECHNOLOGY LLC",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"b4a2397a-757f-41f0-99dc-2501399be1d9",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"2023-05-23T09:48:16.017+00:00",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"2023-05-31T06:55:16.328+00:00",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"SOFTWARE_TITLE",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"Software Title",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"Management Software",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"d53440ca-6a8d-4dff-ae52-3da1bbdee790",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"2023-06-13T07:03:01.087+00:00",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"2023-06-13T07:03:01.087+00:00",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"FINANCIAL_DEPARTMENT_CODE",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"Department Number",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"INTEGER",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"323232",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"53b73e97-3951-4f56-8828-ab94eb52149d",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"2023-06-13T07:05:16.228+00:00",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"2024-09-11T19:31:27.185+00:00",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"NODE_LEVEL03_NAME",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"Level 3 Leader",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"Stark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"09636af9-daee-41f2-a62a-18e7ab41a09b",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"2023-10-30T19:51:09.256+00:00",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"2025-06-06T06:41:52.764+00:00",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"FUNDING_SOURCE",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"Funding Source",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"TBD",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"Incremental - Functional Favorability Funded",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"Incremental - Allowed Overspend",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"Incremental - Risk Funded",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"Part of Commit",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"Incremental - Yet to be Approved"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"Part of Commit",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"57f8e49e-7317-4e3b-a455-bfd951e77c70",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"2023-10-30T19:54:37.901+00:00",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"2023-10-30T19:54:37.901+00:00",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"KNOWN_CHANGE",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"Known Change",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"Quarterly Invoice",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"Invoice",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"No Contract Renewal",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"PO Only",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"Cross-Charge",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"Retiring Software Title",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"Contract Renewal",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"True-Up",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"New Purchase",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"Professional Services",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"Capacity Increase",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"Quarterly 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"Credit",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"Blanket 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"Swap",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"TBD",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"Existing Contract Cost Increase",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"One-time Invoice",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"New Purchase - Not Approved",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"upcoming renewal"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"New Purchase",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"7e22286f-f7be-4aa1-8b98-9590a3b39bd9",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"2023-10-30T19:55:59.098+00:00",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"2023-10-30T19:55:59.098+00:00",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"TIER",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"Tier",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"Bronze",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"Silver",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"Gold",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"N/A",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"Platinum",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"Mega",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"Tail",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"Other"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"bdda7391-d12b-47ce-8e3e-ec601ba6d3c7",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"2023-10-30T19:56:40.042+00:00",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"2025-06-06T06:37:00.795+00:00",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"COGS_OR_OPEX",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"COGS / 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"COGS",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"OTHERS"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"c39f47b7-ef8a-4be3-9bb0-9d2d449a59a8",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"2023-10-30T19:57:27.888+00:00",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"2025-02-20T06:06:28.486+00:00",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"RENEWAL_COMPLETE",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"Deal Status",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"Not Yet Started",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 Progress",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"Completed",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"Not Renewed"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"Completed",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"61c5836a-5f75-4018-83c1-20b4dcc4ab02",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"2023-10-30T19:58:39.823+00:00",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"2025-02-20T06:07:05.980+00:00",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"OPPORTUNITY_STATUS",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"Opportunity Status",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"Not Yet Started",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"In Progress",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"Decommissioned",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"Migrated",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"Consolidated",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"Postponed",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"Missed"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"Completed",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"97014895-f1f9-46b4-ae8b-6489ce6369a5",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"2023-10-30T19:59:14.504+00:00",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"2023-10-30T19:59:14.504+00:00",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"EXPECTED_BASELINE_AMOUNT",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"Baseline for &lt; 300K PO's",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"CURRENCY",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"8858e09a-970c-4ed2-bd31-148b8797aa52",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"2024-01-25T06:15:10.148+00:00",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"2024-01-25T06:15:10.148+00:00",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"PO_START_DATE",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"Start Date",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"DATETIME",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"2025/08/01 00:00:00",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"8928dac6-9717-434c-8834-c7bcc751a181",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"2024-01-25T06:15:38.243+00:00",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"2024-01-25T06:15:38.243+00:00",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"PO_END_DATE",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"End Date",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"DATETIME",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"2028/07/31 00:00:00",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"7d5912eb-2126-4bd2-b1fa-3320a9dcc47f",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"2024-05-30T22:59:44.841+00:00",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"2024-09-11T19:30:47.531+00:00",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"NODE_LEVEL02_NAME_HIER",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"Level 2 Leader",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"Thor",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"0eb22532-47be-44f3-8ac6-e1e56258c9f9",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"2024-06-12T22:17:09.227+00:00",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"2024-06-12T22:17:09.227+00:00",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"FINANCIAL_CONTROLLER_NAME",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"Finance Controller",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brucee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"9d32a73f-e945-43ae-8c28-6e517d5ee3bc",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"2024-06-12T22:17:43.891+00:00",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"2025-02-11T07:32:59.498+00:00",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"FINANCIAL_ANALYST_NAME",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"Budget FA",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"0d205061-a7bf-45d7-940f-388fc4864def",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"2024-06-20T21:47:15.426+00:00",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"2024-06-20T21:47:15.426+00:00",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"NODE_LEVEL04_NAME_PL_HIER",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"PL Level4 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"G&amp;A",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"8c492811-dcba-4c90-a047-28a01b885a83",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"2025-02-11T07:33:46.422+00:00",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"2025-02-11T07:33:46.422+00:00",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"CENTRAL_NONCENTRAL_SW",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"Central / Non-Central SW",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"options":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"Central Software",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"Non-Central Software",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"^IT/OPS SW Central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Bairakdar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"Central Software",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"90df95e3-946d-473f-915b-ff9b5c2149c9",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"2025-06-06T06:09:29.892+00:00",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"2025-06-06T06:09:29.892+00:00",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"PRODUCT_OWNER",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"Product Owner",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"peter",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"5a1cfa41-e51e-4fa6-9c18-9c23896776fc",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"2025-06-06T06:10:04.605+00:00",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"2025-06-06T06:10:04.605+00:00",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"PO_REQUESTER",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"PO Requester",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"Natasha",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"adbec66e-bdfe-42cd-911b-8081322d79ed",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"2025-06-06T06:10:32.887+00:00",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"2025-06-06T06:10:32.887+00:00",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"REQUESTER_ID",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"Requester 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"232323",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"0b5bd6e2-af9f-448e-85f1-7e8b0ed71e5d",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"2025-06-06T06:11:01.495+00:00",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"2025-06-06T06:11:01.495+00:00",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"PR_NUMBER",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"PR Number",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"PR1111222",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"fceb41a8-412a-43d2-981b-f7c674063bf9",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"2025-07-01T05:41:12.852+00:00",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"2025-07-01T05:41:12.852+00:00",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"FINANCE_LEADER_L2",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"Finance Leader L2",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T.Challa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"7857f20e-f25e-483c-9f81-38ba57eb016e",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"2025-07-01T05:41:38.439+00:00",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"2025-07-01T05:41:38.439+00:00",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"FINANCE_LEADER_L3",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"Finance Leader L3",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"Banner",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"926b8418-edcc-47b6-bff7-63ac5ba78402",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"2025-07-01T05:42:12.568+00:00",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"2025-07-01T05:42:12.568+00:00",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"FINANCE_LEADER_L4",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"Finance Leader L4",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"89c50dd9-342f-4545-a585-a97eafbb2006",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"2025-07-01T05:42:45.000+00:00",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"2025-07-01T05:42:45.000+00:00",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"FINANCE_LEADER_L5",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"Finance Leader L5",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"Robert",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"80319a8e-6cfd-4024-8df3-ce88178b62c8",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"2025-07-12T04:59:43.653+00:00",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"2025-07-12T04:59:43.653+00:00",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"CONTRACT_NEGOTIATOR",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"Contract Negotiator",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"id": "90ddd622-ab3b-4856-a751-c03ae62ba095",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"2025-09-24T07:50:40.986+00:00",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"2025-09-24T07:50:40.986+00:00",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"key": "NODE_LEVEL06_NAME",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"Level 6 Leader",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"list":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"indexed":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"required":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"value": "Roger",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itam_snowflake_purchase_order_row_item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35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https://xyz.com/api/dataloader/v1/attributes/purchaseorders/aggregatePOWithoutMandatoryFY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</a:p>
          <a:p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"filter":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"$eq:123123"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"Department Number":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"Vendor Name":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"Vendor ID":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"Funding Source":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"Cogs 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"Known Change":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"Primary Contact":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fields.primary_contact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"Product Owner":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fields.product_owner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"Business Owner":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fields.business_owner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"Finance Controller":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fields.finance_controller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"ITAM CE":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fields.itam_ce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"License Rights":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fields.license_rights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"Software Description":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fields.software_description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"Project Program":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fields.project_program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Contact":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fields.gps_contact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"Software Title":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parentFieldsCopy.software_title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"PO Start Date":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"PO End Date":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"PO Amount":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"DESCENDING"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-xx-xx-xx-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"success":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"status":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purchaseOrderRows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"Department Number": 123123,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"Vendor Name":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 LLC"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"Vendor ID":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232323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"PO": "TEST2",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"Funding Source":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"Cogs 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"Known Change": "New Purchase",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"Business Owner": "Robert",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"Finance Controller": "Rhody",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"Software Title": "Cloud Services",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 Start Date": 1689552000000,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 End Date": 1695772800000,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 Amount": 12.0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"Department Number": 54545454,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"Vendor Name":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"LLC"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"Vendor ID":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232323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"PO": "TEST4",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"Funding Source": "Part of Commit",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"Cogs 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"OPEX",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"Known Change": "New Purchase",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"Primary Contact": "Peter",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"Product Owner": "Natasha",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"Business Owner": "Bruce",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"Finance Controller": "Steve",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"Software Title": "SAP",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 Start Date": 1643241600000,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 End Date": 1758855600000,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 Amount":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50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https://xyz.com/api/dataloader/v1/attributes/purchaseorders/get/aggregateDetails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"filter":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"$_id",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fields.sw_category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"onex_level4_name": "$fields.onex_level4_name",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"onex_level5_name": "$fields.onex_level5_name",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"onex_level6_name": "$fields.onex_level6_name",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fields.primary_contact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fields.product_owner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fields.itam_ce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gps_contact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features.fields.gps_contact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software_publisher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parentFieldsCopy.software_publisher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parentFieldsCopy.software_title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budget_fa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fields.budget_fa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po_requester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fields.po_requester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bk_financial_account_code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fields.bk_financial_account_code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fromto_org_if_cross_charge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fields.fromto_org_if_cross_charge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amortization_treatment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fields.amortization_treatment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sw_usage_category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fields.sw_usage_category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signed_contract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fields.signed_contract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finops_comments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fields.finops_comments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"name": "$fields.name",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ignore_auto_amort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fields.ignore_auto_amort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renewal_qtr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contract_renewal_or_change_quarter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competitive_software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fields.competitive_software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redundant_software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fields.redundant_software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planned_migration_to_cloud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fields.planned_migration_to_cloud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"commit_amount_totalFY26": "$fields.commit_amount_totalFY26",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"actuals_amount_totalFY26": "$fields.actuals_amount_totalFY26",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"forecast_total_amountFY26": "$fields.forecast_total_amountFY26",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"commit_amount_q1FY26": "$fields.commit_amount_q1FY26",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"commit_amount_q3FY26": "$fields.commit_amount_q3FY26",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"commit_amount_q2FY26": "$fields.commit_amount_q2FY26",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"commit_amount_q4FY26": "$fields.commit_amount_q4FY26",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"$fields.actuals_amount_q1FY26",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"$fields.actuals_amount_q2FY26",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"$fields.actuals_amount_q3FY26",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"$fields.actuals_amount_q4FY26",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"$fields.forecast_amount_q1FY26",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"$fields.forecast_amount_q2FY26",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"$fields.forecast_amount_q3FY26",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"$fields.forecast_amount_q4FY26",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"$fields.price_change_q1FY26",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"$fields.price_change_q2FY26",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"$fields.price_change_q3FY26",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"$fields.price_change_q4FY26",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"price_change_totalFY26": "$fields.price_change_totalFY26",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"$fields.volume_change_q1FY26",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"$fields.volume_change_q2FY26",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"$fields.volume_change_q3FY26",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"$fields.volume_change_q4FY26",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"volume_change_totalFY26": "$fields.volume_change_totalFY26",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"$fields.expansion_q1FY26",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"$fields.expansion_q2FY26",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"$fields.expansion_q3FY26",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"$fields.expansion_q4FY26",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"expansion_totalFY26": "$fields.expansion_totalFY26",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"final_forecasts_with_uplift_q1FY26": "$fields.final_forecasts_with_uplift_q1FY26",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"final_forecasts_with_uplift_q2FY26": "$fields.final_forecasts_with_uplift_q2FY26",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"final_forecasts_with_uplift_q3FY26": "$fields.final_forecasts_with_uplift_q3FY26",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"final_forecasts_with_uplift_q4FY26": "$fields.final_forecasts_with_uplift_q4FY26",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"final_forecasts_with_uplift_totalFY26": "$fields.final_forecasts_with_uplift_totalFY26",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"final_forecasts_without_uplift_q1FY26": "$fields.final_forecasts_without_uplift_q1FY26",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"final_forecasts_without_uplift_q2FY26": "$fields.final_forecasts_without_uplift_q2FY26",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"final_forecasts_without_uplift_q3FY26": "$fields.final_forecasts_without_uplift_q3FY26",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"final_forecasts_without_uplift_q4FY26": "$fields.final_forecasts_without_uplift_q4FY26",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"final_forecasts_without_uplift_totalFY26": "$fields.final_forecasts_without_uplift_totalFY26",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"expected_change_amount_q1FY26": "$fields.expected_change_amount_q1FY26",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"expected_change_amount_q2FY26": "$fields.expected_change_amount_q2FY26",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"expected_change_amount_q3FY26": "$fields.expected_change_amount_q3FY26",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"expected_change_amount_q4FY26": "$fields.expected_change_amount_q4FY26",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"expected_change_total_amountFY26": "$fields.expected_change_total_amountFY26",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"baseline_amount_q1FY26": "$fields.baseline_amount_q1FY26",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"baseline_amount_q2FY26": "$fields.baseline_amount_q2FY26",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"baseline_amount_q3FY26": "$fields.baseline_amount_q3FY26",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"baseline_amount_q4FY26": "$fields.baseline_amount_q4FY26",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"baseline_total_amountFY26": "$fields.baseline_total_amountFY26",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"commit_amount_q1FY27": "$fields.commit_amount_q1FY27",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"commit_amount_q2FY27": "$fields.commit_amount_q2FY27",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"commit_amount_q3FY27": "$fields.commit_amount_q3FY27",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"commit_amount_q4FY27": "$fields.commit_amount_q4FY27",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"commit_amount_totalFY27": "$fields.commit_amount_totalFY27",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"actuals_amount_q1FY27": "$fields.actuals_amount_q1FY27",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"actuals_amount_q2FY27": "$fields.actuals_amount_q2FY27",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"actuals_amount_q3FY27": "$fields.actuals_amount_q3FY27",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"actuals_amount_q4FY27": "$fields.actuals_amount_q4FY27",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"actuals_amount_totalFY27": "$fields.actuals_amount_totalFY27",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"forecast_amount_q1FY27": "$fields.forecast_amount_q1FY27",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"forecast_amount_q2FY27": "$fields.forecast_amount_q2FY27",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"forecast_amount_q3FY27": "$fields.forecast_amount_q3FY27",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"forecast_amount_q4FY27": "$fields.forecast_amount_q4FY27",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"forecast_total_amountFY27": "$fields.forecast_total_amountFY27",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"price_change_q1FY27": "$fields.price_change_q1FY27",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"price_change_q2FY27": "$fields.price_change_q2FY27",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"price_change_q3FY27": "$fields.price_change_q3FY27",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"price_change_q4FY27": "$fields.price_change_q4FY27",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"price_change_totalFY27": "$fields.price_change_totalFY27",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"volume_change_q1FY27": "$fields.volume_change_q1FY27",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"volume_change_q2FY27": "$fields.volume_change_q2FY27",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"volume_change_q3FY27": "$fields.volume_change_q3FY27",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"volume_change_q4FY27": "$fields.volume_change_q4FY27",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"volume_change_totalFY27": "$fields.volume_change_totalFY27",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"expansion_q1FY27": "$fields.expansion_q1FY27",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"expansion_q2FY27": "$fields.expansion_q2FY27",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"expansion_q3FY27": "$fields.expansion_q3FY27",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"expansion_q4FY27": "$fields.expansion_q4FY27",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"expansion_totalFY27": "$fields.expansion_totalFY27",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"final_forecasts_with_uplift_q1FY27": "$fields.final_forecasts_with_uplift_q1FY27",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"final_forecasts_with_uplift_q2FY27": "$fields.final_forecasts_with_uplift_q2FY27",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"final_forecasts_with_uplift_q3FY27": "$fields.final_forecasts_with_uplift_q3FY27",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"final_forecasts_with_uplift_q4FY27": "$fields.final_forecasts_with_uplift_q4FY27",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"final_forecasts_with_uplift_totalFY27": "$fields.final_forecasts_with_uplift_totalFY27",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"final_forecasts_without_uplift_q1FY27": "$fields.final_forecasts_without_uplift_q1FY27",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"final_forecasts_without_uplift_q2FY27": "$fields.final_forecasts_without_uplift_q2FY27",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"final_forecasts_without_uplift_q3FY27": "$fields.final_forecasts_without_uplift_q3FY27",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"final_forecasts_without_uplift_q4FY27": "$fields.final_forecasts_without_uplift_q4FY27",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"final_forecasts_without_uplift_totalFY27": "$fields.final_forecasts_without_uplift_totalFY27",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"expected_change_amount_q1FY27": "$fields.expected_change_amount_q1FY27",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"expected_change_amount_q2FY27": "$fields.expected_change_amount_q2FY27",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"expected_change_amount_q3FY27": "$fields.expected_change_amount_q3FY27",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"expected_change_amount_q4FY27": "$fields.expected_change_amount_q4FY27",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"expected_change_total_amountFY27": "$fields.expected_change_total_amountFY27",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"baseline_amount_q1FY27": "$fields.baseline_amount_q1FY27",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"baseline_amount_q2FY27": "$fields.baseline_amount_q2FY27",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"baseline_amount_q3FY27": "$fields.baseline_amount_q3FY27",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"baseline_amount_q4FY27": "$fields.baseline_amount_q4FY27",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"baseline_total_amountFY27": "$fields.baseline_total_amountFY27",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"expected_change_amount_totalFY26": "$fields.expected_change_amount_totalFY26",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"baseline_amount_totalFY26": "$fields.baseline_amount_totalFY26",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"expected_change_amount_totalFY27": "$fields.expected_change_amount_totalFY27",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"baseline_amount_totalFY27": "$fields.baseline_amount_totalFY27",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"node_level2_name": "$fields.node_level2_name",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"node_level3_name": "$fields.node_level3_name",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"node_level4_name": "$fields.node_level4_name",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"node_level5_name": "$fields.node_level5_name"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attributeCounts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addToSet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derivedFieldFilter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"DESCENDING"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faportfolio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"filter":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"$_id",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relatedpoRow.fields.po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re_renewal_qtr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contract_renewal_or_change_quarter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"final_forecasts_with_uplift_totalFY27": "$fields.final_forecasts_with_uplift_totalFY27",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"final_forecasts_without_uplift_totalFY27": "$fields.final_forecasts_without_uplift_totalFY27",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total_uplift_amount_expected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fields.total_uplift_amount_expected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"commit_amount_q1FY26": "$fields.commit_amount_q1FY26",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"commit_amount_q2FY26": "$fields.commit_amount_q2FY26",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"commit_amount_q3FY26": "$fields.commit_amount_q3FY26",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"commit_amount_q4FY26": "$fields.commit_amount_q4FY26",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"commit_amount_totalFY26": "$fields.commit_amount_totalFY26",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"actuals_amount_q1FY26": "$fields.actuals_amount_q1FY26",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"actuals_amount_q2FY26": "$fields.actuals_amount_q2FY26",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"actuals_amount_q3FY26": "$fields.actuals_amount_q3FY26",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"actuals_amount_q4FY26": "$fields.actuals_amount_q4FY26",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"actuals_amount_totalFY26": "$fields.actuals_amount_totalFY26",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"forecast_amount_q1FY26": "$fields.forecast_amount_q1FY26",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"forecast_amount_q2FY26": "$fields.forecast_amount_q2FY26",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"forecast_amount_q3FY26": "$fields.forecast_amount_q3FY26",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"forecast_amount_q4FY26": "$fields.forecast_amount_q4FY26",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"price_change_q1FY26": "$fields.price_change_q1FY26",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"price_change_q2FY26": "$fields.price_change_q2FY26",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"price_change_q3FY26": "$fields.price_change_q3FY26",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"price_change_q4FY26": "$fields.price_change_q4FY26",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"price_change_totalFY26": "$fields.price_change_totalFY26",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"volume_change_q1FY26": "$fields.volume_change_q1FY26",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"volume_change_q2FY26": "$fields.volume_change_q2FY26",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"volume_change_q3FY26": "$fields.volume_change_q3FY26",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"volume_change_q4FY26": "$fields.volume_change_q4FY26",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"volume_change_totalFY26": "$fields.volume_change_totalFY26",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"expansion_q1FY26": "$fields.expansion_q1FY26",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"expansion_q2FY26": "$fields.expansion_q2FY26",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"expansion_q3FY26": "$fields.expansion_q3FY26",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"expansion_q4FY26": "$fields.expansion_q4FY26",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"expansion_totalFY26": "$fields.expansion_totalFY26",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"final_forecasts_with_uplift_q1FY26": "$fields.final_forecasts_with_uplift_q1FY26",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"final_forecasts_with_uplift_q2FY26": "$fields.final_forecasts_with_uplift_q2FY26",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"final_forecasts_with_uplift_q3FY26": "$fields.final_forecasts_with_uplift_q3FY26",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"final_forecasts_with_uplift_q4FY26": "$fields.final_forecasts_with_uplift_q4FY26",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"final_forecasts_with_uplift_totalFY26": "$fields.final_forecasts_with_uplift_totalFY26",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"final_forecasts_without_uplift_q1FY26": "$fields.final_forecasts_without_uplift_q1FY26",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"final_forecasts_without_uplift_q2FY26": "$fields.final_forecasts_without_uplift_q2FY26",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"final_forecasts_without_uplift_q3FY26": "$fields.final_forecasts_without_uplift_q3FY26",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"final_forecasts_without_uplift_q4FY26": "$fields.final_forecasts_without_uplift_q4FY26",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"final_forecasts_without_uplift_totalFY26": "$fields.final_forecasts_without_uplift_totalFY26",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"expected_change_amount_q1FY26": "$fields.expected_change_amount_q1FY26",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"expected_change_amount_q2FY26": "$fields.expected_change_amount_q2FY26",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"expected_change_amount_q3FY26": "$fields.expected_change_amount_q3FY26",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"expected_change_amount_q4FY26": "$fields.expected_change_amount_q4FY26",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"expected_change_total_amountFY26": "$fields.expected_change_total_amountFY26",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"baseline_amount_q1FY26": "$fields.baseline_amount_q1FY26",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"baseline_amount_q2FY26": "$fields.baseline_amount_q2FY26",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"baseline_amount_q3FY26": "$fields.baseline_amount_q3FY26",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"baseline_amount_q4FY26": "$fields.baseline_amount_q4FY26",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"baseline_total_amountFY26": "$fields.baseline_total_amountFY26",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"commit_amount_q1FY27": "$fields.commit_amount_q1FY27",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"commit_amount_q2FY27": "$fields.commit_amount_q2FY27",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"commit_amount_q3FY27": "$fields.commit_amount_q3FY27",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"commit_amount_q4FY27": "$fields.commit_amount_q4FY27",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"commit_amount_totalFY27": "$fields.commit_amount_totalFY27",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"actuals_amount_q1FY27": "$fields.actuals_amount_q1FY27",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"actuals_amount_q2FY27": "$fields.actuals_amount_q2FY27",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"actuals_amount_q3FY27": "$fields.actuals_amount_q3FY27",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"actuals_amount_q4FY27": "$fields.actuals_amount_q4FY27",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"actuals_amount_totalFY27": "$fields.actuals_amount_totalFY27",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"forecast_amount_q1FY27": "$fields.forecast_amount_q1FY27",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"forecast_amount_q2FY27": "$fields.forecast_amount_q2FY27",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"forecast_amount_q3FY27": "$fields.forecast_amount_q3FY27",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"forecast_amount_q4FY27": "$fields.forecast_amount_q4FY27",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"price_change_q1FY27": "$fields.price_change_q1FY27",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"price_change_q2FY27": "$fields.price_change_q2FY27",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"price_change_q3FY27": "$fields.price_change_q3FY27",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"price_change_q4FY27": "$fields.price_change_q4FY27",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"price_change_totalFY27": "$fields.price_change_totalFY27",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"volume_change_q1FY27": "$fields.volume_change_q1FY27",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"volume_change_q2FY27": "$fields.volume_change_q2FY27",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"volume_change_q3FY27": "$fields.volume_change_q3FY27",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"volume_change_q4FY27": "$fields.volume_change_q4FY27",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"volume_change_totalFY27": "$fields.volume_change_totalFY27",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"expansion_q1FY27": "$fields.expansion_q1FY27",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"expansion_q2FY27": "$fields.expansion_q2FY27",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"expansion_q3FY27": "$fields.expansion_q3FY27",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"expansion_q4FY27": "$fields.expansion_q4FY27",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"expansion_totalFY27": "$fields.expansion_totalFY27",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"final_forecasts_with_uplift_q1FY27": "$fields.final_forecasts_with_uplift_q1FY27",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"final_forecasts_with_uplift_q2FY27": "$fields.final_forecasts_with_uplift_q2FY27",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"final_forecasts_with_uplift_q3FY27": "$fields.final_forecasts_with_uplift_q3FY27",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"final_forecasts_with_uplift_q4FY27": "$fields.final_forecasts_with_uplift_q4FY27",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"final_forecasts_without_uplift_q1FY27": "$fields.final_forecasts_without_uplift_q1FY27",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"final_forecasts_without_uplift_q2FY27": "$fields.final_forecasts_without_uplift_q2FY27",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"final_forecasts_without_uplift_q3FY27": "$fields.final_forecasts_without_uplift_q3FY27",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"final_forecasts_without_uplift_q4FY27": "$fields.final_forecasts_without_uplift_q4FY27",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"expected_change_amount_q1FY27": "$fields.expected_change_amount_q1FY27",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"expected_change_amount_q2FY27": "$fields.expected_change_amount_q2FY27",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"expected_change_amount_q3FY27": "$fields.expected_change_amount_q3FY27",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"expected_change_amount_q4FY27": "$fields.expected_change_amount_q4FY27",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"expected_change_total_amountFY27": "$fields.expected_change_total_amountFY27",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"baseline_amount_q1FY27": "$fields.baseline_amount_q1FY27",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"baseline_amount_q2FY27": "$fields.baseline_amount_q2FY27",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"baseline_amount_q3FY27": "$fields.baseline_amount_q3FY27",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"baseline_amount_q4FY27": "$fields.baseline_amount_q4FY27",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"baseline_total_amountFY27": "$fields.baseline_total_amountFY27",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"forecast_total_amountFY26": "$fields.forecast_total_amountFY26",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"expected_change_amount_totalFY26": "$fields.expected_change_amount_totalFY26",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"baseline_amount_totalFY26": "$fields.baseline_amount_totalFY26",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"forecast_total_amountFY27": "$fields.forecast_total_amountFY27",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"expected_change_amount_totalFY27": "$fields.expected_change_amount_totalFY27",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"baseline_amount_totalFY27": "$fields.baseline_amount_totalFY27",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attributeCounts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addToSet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derivedFieldFilter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"DESCENDING"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faportfolio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-xx-xx-xx-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"success":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"status":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purchaseOrderRows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"68d37ab67b8ad444c2af634a188"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"68d37ab37b8ad444c2af634a187",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"79c2294-1f3-4E3f-986d-71444rr7a7"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"(DATATEST1)",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"DATATEST1",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1914192000000,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"(TEST2)",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null,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"FY28",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"Not Yet Started",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"DATATEST1",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"0233434",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re_renewal_qtr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"Q1 FY28",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"Contract Renewal",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"68d37abfd45dc2af634a183"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"688bd795c8fff44868910554",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"Above 300K",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"COGS_CX COGS",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"Peter",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"Bruce",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"onex_level4_name": "Tony",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"onex_level5_name": "Robert",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"onex_level6_name": "Steve",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36,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"Natasha",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"020232323",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"po": "TEST2",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software_publisher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"CORP",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"Business",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budget_fa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"Roger",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"08/30/2024",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"08/29/2027",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po_requester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"Challa",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bk_financial_account_code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"12312",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"08/31/2027",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"09/01/2024",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fromto_org_if_cross_charge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"Not XC",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amortization_treatment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"Straight Line",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"CORP",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"ec0d323df3-1371-4338-ad5d-d6d2de33bb8b",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itam_asset_purchase_order_contract_item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signed_contract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"name": "SHI LLC",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ignore_auto_amort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renewal_qtr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"999-TBD",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"forecast_total_amountFY26":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"final_forecasts_with_uplift_totalFY26":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"final_forecasts_without_uplift_totalFY26":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"expected_change_total_amountFY26":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"baseline_total_amountFY26":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"forecast_amount_q2FY27":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"forecast_total_amountFY27":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"final_forecasts_with_uplift_q2FY27":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"final_forecasts_with_uplift_totalFY27":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"final_forecasts_without_uplift_q2FY27":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"final_forecasts_without_uplift_totalFY27":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"expected_change_total_amountFY27":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"baseline_amount_q2FY27":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"baseline_amount_q4FY27":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"baseline_total_amountFY27":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"node_level2_name": "Robert",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"node_level3_name":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"node_level4_name": "Steve",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"node_level5_name": "Peter",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"combine":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"final_forecasts_with_uplift_q2FY27":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"final_forecasts_with_uplift_totalFY27":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"final_forecasts_with_uplift_totalFY26":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"forecast_amount_q2FY27":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"expected_change_amount_totalFY27":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"final_forecasts_without_uplift_totalFY27":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"final_forecasts_without_uplift_totalFY26":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total_uplift_amount_expected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"forecast_amount_q1FY26":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"commit_amount_q4FY26":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"commit_amount_q4FY27":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"actuals_amount_totalFY26":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"price_change_totalFY26":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"commit_amount_q3FY27":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"commit_amount_q3FY26":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"forecast_total_amountFY27":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"expansion_totalFY27":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"forecast_total_amountFY26": 492.0,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"final_forecasts_with_uplift_q3FY27":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"final_forecasts_without_uplift_q1FY27":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"expansion_totalFY26":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"final_forecasts_with_uplift_q3FY26":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"final_forecasts_without_uplift_q1FY26":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"volume_change_q2FY26":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"expansion_q1FY27":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"commit_amount_q2FY27":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"commit_amount_q2FY26":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"expansion_q1FY26":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"final_forecasts_with_uplift_q4FY26":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"final_forecasts_without_uplift_q2FY26":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"final_forecasts_with_uplift_q4FY27": 123.0,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"final_forecasts_without_uplift_q2FY27": 123.0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uniqueRelatedPOs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"(TESTDATA)",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42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https://xyz.com/api/dataloader/v1/attributes/financial/amortizationpurchaseorders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"filter":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SEARCH_KEY_RoleName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"FINANCIAL_ANALYST_PARTY_KEY"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"fields":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"value":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itam_asset_forecast_intake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"type": "STRING"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"key":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itam_asset_forecast_intake_po_row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"value": "GMT23SEP021"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r>
              <a:rPr lang="en-US" dirty="0"/>
              <a:t>d{</a:t>
            </a:r>
          </a:p>
          <a:p>
            <a:r>
              <a:rPr lang="en-US" dirty="0"/>
              <a:t>    "</a:t>
            </a:r>
            <a:r>
              <a:rPr lang="en-US" dirty="0" err="1"/>
              <a:t>correlationId</a:t>
            </a:r>
            <a:r>
              <a:rPr lang="en-US" dirty="0"/>
              <a:t>": "</a:t>
            </a:r>
            <a:r>
              <a:rPr lang="en-US" dirty="0" err="1"/>
              <a:t>xxxxx</a:t>
            </a:r>
            <a:r>
              <a:rPr lang="en-US" dirty="0"/>
              <a:t>-xx-xx-xx-</a:t>
            </a:r>
            <a:r>
              <a:rPr lang="en-US" dirty="0" err="1"/>
              <a:t>xxxxx</a:t>
            </a:r>
            <a:r>
              <a:rPr lang="en-US" dirty="0"/>
              <a:t>",</a:t>
            </a:r>
          </a:p>
          <a:p>
            <a:r>
              <a:rPr lang="en-US" dirty="0"/>
              <a:t>    "</a:t>
            </a:r>
            <a:r>
              <a:rPr lang="en-US" dirty="0" err="1"/>
              <a:t>statusCode</a:t>
            </a:r>
            <a:r>
              <a:rPr lang="en-US" dirty="0"/>
              <a:t>": 200,</a:t>
            </a:r>
          </a:p>
          <a:p>
            <a:r>
              <a:rPr lang="en-US" dirty="0"/>
              <a:t>    "</a:t>
            </a:r>
            <a:r>
              <a:rPr lang="en-US" dirty="0" err="1"/>
              <a:t>statusReason</a:t>
            </a:r>
            <a:r>
              <a:rPr lang="en-US" dirty="0"/>
              <a:t>": "OK",</a:t>
            </a:r>
          </a:p>
          <a:p>
            <a:r>
              <a:rPr lang="en-US" dirty="0"/>
              <a:t>    "success": true,</a:t>
            </a:r>
          </a:p>
          <a:p>
            <a:r>
              <a:rPr lang="en-US" dirty="0"/>
              <a:t>    "status": "OK",</a:t>
            </a:r>
          </a:p>
          <a:p>
            <a:r>
              <a:rPr lang="en-US" dirty="0"/>
              <a:t>    "</a:t>
            </a:r>
            <a:r>
              <a:rPr lang="en-US" dirty="0" err="1"/>
              <a:t>purchaseOrderRows</a:t>
            </a:r>
            <a:r>
              <a:rPr lang="en-US" dirty="0"/>
              <a:t>": [</a:t>
            </a:r>
          </a:p>
          <a:p>
            <a:r>
              <a:rPr lang="en-US" dirty="0"/>
              <a:t>        [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"a1c16bf4-03c3-4581-92db-c7d8135e1d7f",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"2022-06-01T22:57:00.424+00:00",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"2022-09-07T20:06:05.656+00:00",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total_contract_value</a:t>
            </a:r>
            <a:r>
              <a:rPr lang="en-US" dirty="0"/>
              <a:t>",</a:t>
            </a:r>
          </a:p>
          <a:p>
            <a:r>
              <a:rPr lang="en-US" dirty="0"/>
              <a:t>                "name": "Total Contract Value",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"32f178db-a693-49c3-a3a7-ec6d99b41220",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"2022-10-13T16:15:32.206+00:00",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"2024-09-11T19:28:35.649+00:00",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slt_leader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"Level 3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"peter",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"dynamic_field_2026-03",</a:t>
            </a:r>
          </a:p>
          <a:p>
            <a:r>
              <a:rPr lang="en-US" dirty="0"/>
              <a:t>                "name": "dynamic_field_2026-03",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"dynamic_field_2026-02",</a:t>
            </a:r>
          </a:p>
          <a:p>
            <a:r>
              <a:rPr lang="en-US" dirty="0"/>
              <a:t>                "name": "dynamic_field_2026-02",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"1d9ffbf0-aeeb-4719-9855-0fc6a2f9c13d",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"2024-09-10T19:16:04.588+00:00",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"2025-10-05T17:49:11.724+00:00",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amortization_treatment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"Amortization Treatment",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"Expense",</a:t>
            </a:r>
          </a:p>
          <a:p>
            <a:r>
              <a:rPr lang="en-US" dirty="0"/>
              <a:t>                    "TBD",</a:t>
            </a:r>
          </a:p>
          <a:p>
            <a:r>
              <a:rPr lang="en-US" dirty="0"/>
              <a:t>                    "Customized Amortization",</a:t>
            </a:r>
          </a:p>
          <a:p>
            <a:r>
              <a:rPr lang="en-US" dirty="0"/>
              <a:t>                    "Invoice Based",</a:t>
            </a:r>
          </a:p>
          <a:p>
            <a:r>
              <a:rPr lang="en-US" dirty="0"/>
              <a:t>                    "Not Amortized",</a:t>
            </a:r>
          </a:p>
          <a:p>
            <a:r>
              <a:rPr lang="en-US" dirty="0"/>
              <a:t>                    "Straight Line"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"f1fd4274-93b2-4522-93e1-d1ca7fb8a070",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"2024-09-10T19:41:36.032+00:00",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"2024-10-15T16:52:23.792+00:00",</a:t>
            </a:r>
          </a:p>
          <a:p>
            <a:r>
              <a:rPr lang="en-US" dirty="0"/>
              <a:t>                "key": "expansion_q2",</a:t>
            </a:r>
          </a:p>
          <a:p>
            <a:r>
              <a:rPr lang="en-US" dirty="0"/>
              <a:t>                "name": "Expansion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"f42df6dc-ac4e-4087-9af9-966194c92f10",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"2022-07-08T03:18:01.853+00:00",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"2022-07-22T08:21:36.904+00:00",</a:t>
            </a:r>
          </a:p>
          <a:p>
            <a:r>
              <a:rPr lang="en-US" dirty="0"/>
              <a:t>                "key": "forecast_uplift_amount_q4",</a:t>
            </a:r>
          </a:p>
          <a:p>
            <a:r>
              <a:rPr lang="en-US" dirty="0"/>
              <a:t>                "name": "Forecast + Uplift Amount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"97966397-fb20-4290-a6bc-e7defed6b0b4",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"2022-09-08T21:14:01.660+00:00",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"2023-03-07T01:06:04.397+00:00",</a:t>
            </a:r>
          </a:p>
          <a:p>
            <a:r>
              <a:rPr lang="en-US" dirty="0"/>
              <a:t>                "key": "baseline_completed_renewals_q3",</a:t>
            </a:r>
          </a:p>
          <a:p>
            <a:r>
              <a:rPr lang="en-US" dirty="0"/>
              <a:t>                "name": "Baseline + Completed Renewals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"ee36bb08-e648-4186-8fbf-07a3bab98984",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"2022-05-18T20:34:52.638+00:00",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"2022-07-22T08:23:01.466+00:00",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baseline_total_amount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"Baseline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"6c855f0f-6cea-4a01-92e1-245646d36ab2",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"2022-09-08T21:13:43.583+00:00",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"2023-03-07T01:05:59.483+00:00",</a:t>
            </a:r>
          </a:p>
          <a:p>
            <a:r>
              <a:rPr lang="en-US" dirty="0"/>
              <a:t>                "key": "baseline_completed_renewals_q2",</a:t>
            </a:r>
          </a:p>
          <a:p>
            <a:r>
              <a:rPr lang="en-US" dirty="0"/>
              <a:t>                "name": "Baseline + Completed Renewals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"9c1defb8-297e-45a6-8ee8-de390c489f1b",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"2022-05-18T20:31:27.334+00:00",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"2022-07-19T00:21:21.776+00:00",</a:t>
            </a:r>
          </a:p>
          <a:p>
            <a:r>
              <a:rPr lang="en-US" dirty="0"/>
              <a:t>                "key": "baseline_amount_q1",</a:t>
            </a:r>
          </a:p>
          <a:p>
            <a:r>
              <a:rPr lang="en-US" dirty="0"/>
              <a:t>                "name": "Baseline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"4b40f5f4-69d1-45ac-9d20-fadc3a34430c",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"2023-11-09T23:21:59.350+00:00",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"2023-11-09T23:21:59.350+00:00",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contract_name</a:t>
            </a:r>
            <a:r>
              <a:rPr lang="en-US" dirty="0"/>
              <a:t>",</a:t>
            </a:r>
          </a:p>
          <a:p>
            <a:r>
              <a:rPr lang="en-US" dirty="0"/>
              <a:t>                "name": "Contract 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"TechSmith Snagit-25 Business New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"4f77f688-603c-454e-a696-c45c821f71cb",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"2023-02-11T00:15:26.169+00:00",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"2023-02-11T00:15:26.169+00:00",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adjusted_po_end_date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"Adjusted PO End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"3d132836-7f84-4afa-b4c8-1676de314681",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"2023-11-09T23:22:19.245+00:00",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"2024-01-25T05:52:15.789+00:00",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contract_details</a:t>
            </a:r>
            <a:r>
              <a:rPr lang="en-US" dirty="0"/>
              <a:t>",</a:t>
            </a:r>
          </a:p>
          <a:p>
            <a:r>
              <a:rPr lang="en-US" dirty="0"/>
              <a:t>                "name": "Contract Details",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"TechSmith Snagit-25 Business New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"1dfefa07-cfb5-41b8-a5c4-c83345a736a8",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"2024-09-10T19:41:52.378+00:00",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"2024-10-15T16:52:37.238+00:00",</a:t>
            </a:r>
          </a:p>
          <a:p>
            <a:r>
              <a:rPr lang="en-US" dirty="0"/>
              <a:t>                "key": "expansion_q4",</a:t>
            </a:r>
          </a:p>
          <a:p>
            <a:r>
              <a:rPr lang="en-US" dirty="0"/>
              <a:t>                "name": "Expansion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"dynamic_field_2026-12",</a:t>
            </a:r>
          </a:p>
          <a:p>
            <a:r>
              <a:rPr lang="en-US" dirty="0"/>
              <a:t>                "name": "dynamic_field_2026-12",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"9127af67-9ca5-4f81-a74a-f22d4869bd0f",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"2023-02-11T00:15:43.872+00:00",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"2023-02-11T00:15:43.872+00:00",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po_current_amort_rate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Current Amort Rate",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"dynamic_field_2026-05",</a:t>
            </a:r>
          </a:p>
          <a:p>
            <a:r>
              <a:rPr lang="en-US" dirty="0"/>
              <a:t>                "name": "dynamic_field_2026-05",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"23f1b958-d3d0-45f3-a2e3-139b20abc6c2",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"2024-09-10T19:41:45.659+00:00",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"2024-10-15T16:52:31.098+00:00",</a:t>
            </a:r>
          </a:p>
          <a:p>
            <a:r>
              <a:rPr lang="en-US" dirty="0"/>
              <a:t>                "key": "expansion_q3",</a:t>
            </a:r>
          </a:p>
          <a:p>
            <a:r>
              <a:rPr lang="en-US" dirty="0"/>
              <a:t>                "name": "Expansion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"dynamic_field_2026-11",</a:t>
            </a:r>
          </a:p>
          <a:p>
            <a:r>
              <a:rPr lang="en-US" dirty="0"/>
              <a:t>                "name": "dynamic_field_2026-11",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"e8e9b330-8297-4f56-8e0f-b0d97931abea",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"2022-03-22T04:23:57.640+00:00",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"2025-10-05T17:49:12.104+00:00",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software_publisher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"Software Publisher",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"a"</a:t>
            </a:r>
          </a:p>
          <a:p>
            <a:r>
              <a:rPr lang="en-US" dirty="0"/>
              <a:t>                    "b",</a:t>
            </a:r>
          </a:p>
          <a:p>
            <a:r>
              <a:rPr lang="en-US" dirty="0"/>
              <a:t>                    "c"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"SHI LLC",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"1f18f76f-3fb8-489a-a84d-fddaba032770",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"2024-09-03T01:19:59.948+00:00",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"2024-09-03T01:19:59.948+00:00",</a:t>
            </a:r>
          </a:p>
          <a:p>
            <a:r>
              <a:rPr lang="en-US" dirty="0"/>
              <a:t>                "key": "commit_amount_q2",</a:t>
            </a:r>
          </a:p>
          <a:p>
            <a:r>
              <a:rPr lang="en-US" dirty="0"/>
              <a:t>                "name": "Commit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3230.0,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"bfdb8bb3-3cc9-4bb9-a7a3-cd2533ddc39b",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"2022-03-22T16:43:19.222+00:00",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"2022-07-22T08:22:24.545+00:00",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expected_change_total_amount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"Expected Increase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"dynamic_field_2026-07",</a:t>
            </a:r>
          </a:p>
          <a:p>
            <a:r>
              <a:rPr lang="en-US" dirty="0"/>
              <a:t>                "name": "dynamic_field_2026-07",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"38560128-4162-4f41-acd2-dbb763c55663",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"2022-06-01T23:44:37.436+00:00",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"2025-06-06T06:23:03.778+00:00",</a:t>
            </a:r>
          </a:p>
          <a:p>
            <a:r>
              <a:rPr lang="en-US" dirty="0"/>
              <a:t>                "key": "forecast_amount_q3",</a:t>
            </a:r>
          </a:p>
          <a:p>
            <a:r>
              <a:rPr lang="en-US" dirty="0"/>
              <a:t>                "name": "Forecast Amount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"7003e220-ecf7-42fb-bd24-b8f4bc948d6f",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"2023-02-11T00:15:07.673+00:00",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"2023-02-11T00:15:07.673+00:00",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adjusted_po_start_date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"Adjusted PO Start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"dynamic_field_2026-06",</a:t>
            </a:r>
          </a:p>
          <a:p>
            <a:r>
              <a:rPr lang="en-US" dirty="0"/>
              <a:t>                "name": "dynamic_field_2026-06",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"42f69169-3b0a-4b8e-a635-c781c79dfd8f",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"2022-03-22T04:49:11.272+00:00",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"2022-07-21T12:41:00.644+00:00",</a:t>
            </a:r>
          </a:p>
          <a:p>
            <a:r>
              <a:rPr lang="en-US" dirty="0"/>
              <a:t>                "key": "po",</a:t>
            </a:r>
          </a:p>
          <a:p>
            <a:r>
              <a:rPr lang="en-US" dirty="0"/>
              <a:t>                "name": "PO#",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"GMT23SEP021",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"3b6950b3-d420-4b53-b272-66ca53a0eaa5",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"2022-10-13T16:20:53.568+00:00",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"2022-10-13T16:20:53.568+00:00",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highest_contract_quote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"Highest Contract Quote",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"9364d39c-6639-4865-80ca-308fe73c01e7",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"2022-03-22T03:36:16.571+00:00",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"2022-04-04T14:57:08.277+00:00",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software_title</a:t>
            </a:r>
            <a:r>
              <a:rPr lang="en-US" dirty="0"/>
              <a:t>",</a:t>
            </a:r>
          </a:p>
          <a:p>
            <a:r>
              <a:rPr lang="en-US" dirty="0"/>
              <a:t>                "name": "Software Title",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"TechSmith Snagit-25 Business New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"dynamic_field_2025-12",</a:t>
            </a:r>
          </a:p>
          <a:p>
            <a:r>
              <a:rPr lang="en-US" dirty="0"/>
              <a:t>                "name": "dynamic_field_2025-12",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"79130872-5efd-4cd9-ad82-2d600ab0f7e2",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"2024-09-10T23:55:06.183+00:00",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"2025-06-06T06:27:44.736+00:00",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final_forecasts_with_uplift_total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"Final Forecasts - with Uplift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"d6ca0a81-b660-45ad-9bf5-97d3bb348e2b",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"2022-06-01T23:44:51.325+00:00",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"2025-06-06T06:23:11.841+00:00",</a:t>
            </a:r>
          </a:p>
          <a:p>
            <a:r>
              <a:rPr lang="en-US" dirty="0"/>
              <a:t>                "key": "forecast_amount_q4",</a:t>
            </a:r>
          </a:p>
          <a:p>
            <a:r>
              <a:rPr lang="en-US" dirty="0"/>
              <a:t>                "name": "Forecast Amount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"0935131c-02e6-4a60-a448-14c24fd31167",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"2022-06-02T00:02:50.180+00:00",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"2022-06-02T00:02:50.180+00:00",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vendor_name</a:t>
            </a:r>
            <a:r>
              <a:rPr lang="en-US" dirty="0"/>
              <a:t>",</a:t>
            </a:r>
          </a:p>
          <a:p>
            <a:r>
              <a:rPr lang="en-US" dirty="0"/>
              <a:t>                "name": "Vendor 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"dynamic_field_2026-01",</a:t>
            </a:r>
          </a:p>
          <a:p>
            <a:r>
              <a:rPr lang="en-US" dirty="0"/>
              <a:t>                "name": "dynamic_field_2026-01",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"400bab33-7ab5-47f7-af9f-442f03443d78",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"2024-09-10T19:10:59.409+00:00",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"2025-10-05T17:49:11.678+00:00",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sw_category</a:t>
            </a:r>
            <a:r>
              <a:rPr lang="en-US" dirty="0"/>
              <a:t>",</a:t>
            </a:r>
          </a:p>
          <a:p>
            <a:r>
              <a:rPr lang="en-US" dirty="0"/>
              <a:t>                "name": "SW Category",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"Above 300K",</a:t>
            </a:r>
          </a:p>
          <a:p>
            <a:r>
              <a:rPr lang="en-US" dirty="0"/>
              <a:t>                    "Below 300K"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"Below 300K",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"56a769ee-2fe8-4e94-9998-b63045956723",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"2022-06-02T00:01:21.927+00:00",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"2022-09-07T20:07:41.919+00:00",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annual_contract_value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"Annual Contract Value",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"9529942d-792e-47ed-9c5d-78c7c89805b9",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"2022-11-23T20:43:24.010+00:00",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"2024-09-11T19:29:44.007+00:00",</a:t>
            </a:r>
          </a:p>
          <a:p>
            <a:r>
              <a:rPr lang="en-US" dirty="0"/>
              <a:t>                "key": "onex_level5_name",</a:t>
            </a:r>
          </a:p>
          <a:p>
            <a:r>
              <a:rPr lang="en-US" dirty="0"/>
              <a:t>                "name": "Level 5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"Luffy",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"7730a008-2cec-488b-b439-b7ef4f58c22f",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"2025-09-24T07:49:25.903+00:00",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"2025-09-24T07:49:25.903+00:00",</a:t>
            </a:r>
          </a:p>
          <a:p>
            <a:r>
              <a:rPr lang="en-US" dirty="0"/>
              <a:t>                "key": "onex_level6_name",</a:t>
            </a:r>
          </a:p>
          <a:p>
            <a:r>
              <a:rPr lang="en-US" dirty="0"/>
              <a:t>                "name": "Level 6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"Shanks",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"dynamic_field_2025-10",</a:t>
            </a:r>
          </a:p>
          <a:p>
            <a:r>
              <a:rPr lang="en-US" dirty="0"/>
              <a:t>                "name": "dynamic_field_2025-10",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"a37b7132-52da-4cad-8680-cb72ab5b0e9a",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"2024-09-03T01:20:20.250+00:00",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"2024-09-03T01:20:20.250+00:00",</a:t>
            </a:r>
          </a:p>
          <a:p>
            <a:r>
              <a:rPr lang="en-US" dirty="0"/>
              <a:t>                "key": "commit_amount_q3",</a:t>
            </a:r>
          </a:p>
          <a:p>
            <a:r>
              <a:rPr lang="en-US" dirty="0"/>
              <a:t>                "name": "Commit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2220.0,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"ea28d118-4eff-4e86-8ed2-42dc83adf025",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"2024-09-16T23:52:08.946+00:00",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"2025-06-06T06:29:37.254+00:00",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budget_fa</a:t>
            </a:r>
            <a:r>
              <a:rPr lang="en-US" dirty="0"/>
              <a:t>",</a:t>
            </a:r>
          </a:p>
          <a:p>
            <a:r>
              <a:rPr lang="en-US" dirty="0"/>
              <a:t>                "name": "Budget FA",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"Koby",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"ff4c2d18-9c7b-4208-a0b5-4b9f1dfe8454",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"2022-09-08T21:13:25.205+00:00",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"2023-03-07T01:05:56.380+00:00",</a:t>
            </a:r>
          </a:p>
          <a:p>
            <a:r>
              <a:rPr lang="en-US" dirty="0"/>
              <a:t>                "key": "baseline_completed_renewals_q1",</a:t>
            </a:r>
          </a:p>
          <a:p>
            <a:r>
              <a:rPr lang="en-US" dirty="0"/>
              <a:t>                "name": "Baseline + Completed Renewals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"dynamic_field_2027-07",</a:t>
            </a:r>
          </a:p>
          <a:p>
            <a:r>
              <a:rPr lang="en-US" dirty="0"/>
              <a:t>                "name": "dynamic_field_2027-07",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"f28efb15-7aa4-4ca5-a879-80cfe68f01e0",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"2022-07-08T03:17:32.011+00:00",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"2022-07-22T08:21:31.699+00:00",</a:t>
            </a:r>
          </a:p>
          <a:p>
            <a:r>
              <a:rPr lang="en-US" dirty="0"/>
              <a:t>                "key": "forecast_uplift_amount_q3",</a:t>
            </a:r>
          </a:p>
          <a:p>
            <a:r>
              <a:rPr lang="en-US" dirty="0"/>
              <a:t>                "name": "Forecast + Uplift Amount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"eab1c440-f371-4518-8b8b-4cd54ae0d880",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"2024-09-10T23:54:29.069+00:00",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"2025-06-06T06:27:35.468+00:00",</a:t>
            </a:r>
          </a:p>
          <a:p>
            <a:r>
              <a:rPr lang="en-US" dirty="0"/>
              <a:t>                "key": "final_forecasts_with_uplift_q2",</a:t>
            </a:r>
          </a:p>
          <a:p>
            <a:r>
              <a:rPr lang="en-US" dirty="0"/>
              <a:t>                "name": "Final Forecasts - with Uplift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"8d82bc05-fdcd-480e-b376-672a50bd7dc3",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"2022-03-22T04:51:57.807+00:00",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"2022-07-19T00:18:32.723+00:00",</a:t>
            </a:r>
          </a:p>
          <a:p>
            <a:r>
              <a:rPr lang="en-US" dirty="0"/>
              <a:t>                "key": "expected_change_amount_q1",</a:t>
            </a:r>
          </a:p>
          <a:p>
            <a:r>
              <a:rPr lang="en-US" dirty="0"/>
              <a:t>                "name": "Expected Increase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"0b71b696-a4d8-4796-af55-a49871d8c74f",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"2024-09-03T01:20:41.999+00:00",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"2024-09-03T01:20:41.999+00:00",</a:t>
            </a:r>
          </a:p>
          <a:p>
            <a:r>
              <a:rPr lang="en-US" dirty="0"/>
              <a:t>                "key": "commit_amount_q4",</a:t>
            </a:r>
          </a:p>
          <a:p>
            <a:r>
              <a:rPr lang="en-US" dirty="0"/>
              <a:t>                "name": "Commit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3330.0,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"a8890292-957d-4934-b921-3cc326ba9c42",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"2022-07-08T03:17:03.266+00:00",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"2022-07-22T08:21:05.601+00:00",</a:t>
            </a:r>
          </a:p>
          <a:p>
            <a:r>
              <a:rPr lang="en-US" dirty="0"/>
              <a:t>                "key": "forecast_uplift_amount_q2",</a:t>
            </a:r>
          </a:p>
          <a:p>
            <a:r>
              <a:rPr lang="en-US" dirty="0"/>
              <a:t>                "name": "Forecast + Uplift Amount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"c4651981-e095-4edc-b4e1-57b946e1413a",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"2024-09-10T23:54:20.480+00:00",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"2025-06-06T06:27:33.463+00:00",</a:t>
            </a:r>
          </a:p>
          <a:p>
            <a:r>
              <a:rPr lang="en-US" dirty="0"/>
              <a:t>                "key": "final_forecasts_with_uplift_q1",</a:t>
            </a:r>
          </a:p>
          <a:p>
            <a:r>
              <a:rPr lang="en-US" dirty="0"/>
              <a:t>                "name": "Final Forecasts - with Uplift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"dynamic_field_2026-08",</a:t>
            </a:r>
          </a:p>
          <a:p>
            <a:r>
              <a:rPr lang="en-US" dirty="0"/>
              <a:t>                "name": "dynamic_field_2026-08",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"b8172bff-2615-44fd-9a86-6702e3ffdf25",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"2023-04-06T21:13:43.856+00:00",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"2025-06-06T06:25:33.398+00:00",</a:t>
            </a:r>
          </a:p>
          <a:p>
            <a:r>
              <a:rPr lang="en-US" dirty="0"/>
              <a:t>                "key": "name",</a:t>
            </a:r>
          </a:p>
          <a:p>
            <a:r>
              <a:rPr lang="en-US" dirty="0"/>
              <a:t>                "name": "Name",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"SHI LLC TEST",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"d0629145-e689-4e20-8e50-2e2f00a6d8c3",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"2022-09-08T21:14:48.704+00:00",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"2023-03-07T01:06:08.041+00:00",</a:t>
            </a:r>
          </a:p>
          <a:p>
            <a:r>
              <a:rPr lang="en-US" dirty="0"/>
              <a:t>                "key": "baseline_completed_renewals_q4",</a:t>
            </a:r>
          </a:p>
          <a:p>
            <a:r>
              <a:rPr lang="en-US" dirty="0"/>
              <a:t>                "name": "Baseline + Completed Renewals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"dynamic_field_2025-08",</a:t>
            </a:r>
          </a:p>
          <a:p>
            <a:r>
              <a:rPr lang="en-US" dirty="0"/>
              <a:t>                "name": "dynamic_field_2025-08",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"cc23e17d-1eb6-43f4-9efe-2cde664a4ac2",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"2025-06-06T06:04:17.466+00:00",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"2025-06-06T06:04:17.466+00:00",</a:t>
            </a:r>
          </a:p>
          <a:p>
            <a:r>
              <a:rPr lang="en-US" dirty="0"/>
              <a:t>                "key": "finance_leader_l2",</a:t>
            </a:r>
          </a:p>
          <a:p>
            <a:r>
              <a:rPr lang="en-US" dirty="0"/>
              <a:t>                "name": "Finance Leader L2",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"Zoro)",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"dynamic_field_2026-10",</a:t>
            </a:r>
          </a:p>
          <a:p>
            <a:r>
              <a:rPr lang="en-US" dirty="0"/>
              <a:t>                "name": "dynamic_field_2026-10",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"c3bd65de-20c2-4e2e-92cc-f21e661cd87f",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"2022-05-18T20:32:01.450+00:00",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"2022-07-19T00:22:08.059+00:00",</a:t>
            </a:r>
          </a:p>
          <a:p>
            <a:r>
              <a:rPr lang="en-US" dirty="0"/>
              <a:t>                "key": "baseline_amount_q3",</a:t>
            </a:r>
          </a:p>
          <a:p>
            <a:r>
              <a:rPr lang="en-US" dirty="0"/>
              <a:t>                "name": "Baseline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"bbcb707e-4427-4354-9997-042ae8ff01b5",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"2022-03-22T04:52:41.870+00:00",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"2022-07-19T00:19:12.872+00:00",</a:t>
            </a:r>
          </a:p>
          <a:p>
            <a:r>
              <a:rPr lang="en-US" dirty="0"/>
              <a:t>                "key": "expected_change_amount_q3",</a:t>
            </a:r>
          </a:p>
          <a:p>
            <a:r>
              <a:rPr lang="en-US" dirty="0"/>
              <a:t>                "name": "Expected Increase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"4f893e08-774d-4315-89b2-2d335c16fe76",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"2024-09-10T23:56:20.429+00:00",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"2025-06-06T06:28:23.039+00:00",</a:t>
            </a:r>
          </a:p>
          <a:p>
            <a:r>
              <a:rPr lang="en-US" dirty="0"/>
              <a:t>                "key": "final_forecasts_without_uplift_q4",</a:t>
            </a:r>
          </a:p>
          <a:p>
            <a:r>
              <a:rPr lang="en-US" dirty="0"/>
              <a:t>                "name": "Final Forecasts - Exclude Uplift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"672e21aa-e262-4789-9873-0e6bd373edf2",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"2024-09-10T19:33:07.957+00:00",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"2024-10-15T16:50:19.838+00:00",</a:t>
            </a:r>
          </a:p>
          <a:p>
            <a:r>
              <a:rPr lang="en-US" dirty="0"/>
              <a:t>                "key": "price_change_q1",</a:t>
            </a:r>
          </a:p>
          <a:p>
            <a:r>
              <a:rPr lang="en-US" dirty="0"/>
              <a:t>                "name": "Price Change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"7c329599-059b-4225-80b3-7eb9da3cfecc",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"2024-09-10T19:41:26.516+00:00",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"2024-10-15T16:52:16.278+00:00",</a:t>
            </a:r>
          </a:p>
          <a:p>
            <a:r>
              <a:rPr lang="en-US" dirty="0"/>
              <a:t>                "key": "expansion_q1",</a:t>
            </a:r>
          </a:p>
          <a:p>
            <a:r>
              <a:rPr lang="en-US" dirty="0"/>
              <a:t>                "name": "Expansion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"ace726b2-814f-4968-b824-812da2b34022",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"2022-06-01T23:44:23.307+00:00",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"2025-06-06T06:23:00.903+00:00",</a:t>
            </a:r>
          </a:p>
          <a:p>
            <a:r>
              <a:rPr lang="en-US" dirty="0"/>
              <a:t>                "key": "forecast_amount_q2",</a:t>
            </a:r>
          </a:p>
          <a:p>
            <a:r>
              <a:rPr lang="en-US" dirty="0"/>
              <a:t>                "name": "Forecast Amount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"5d83832e-0c83-4b35-a43c-f13b25f23b84",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"2022-06-01T23:44:10.088+00:00",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"2025-06-06T06:22:58.811+00:00",</a:t>
            </a:r>
          </a:p>
          <a:p>
            <a:r>
              <a:rPr lang="en-US" dirty="0"/>
              <a:t>                "key": "forecast_amount_q1",</a:t>
            </a:r>
          </a:p>
          <a:p>
            <a:r>
              <a:rPr lang="en-US" dirty="0"/>
              <a:t>                "name": "Forecast Amount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"3d86ef2c-0386-40b0-9f6e-3c94333e23e5",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"2022-03-22T04:52:16.256+00:00",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"2022-07-19T00:18:56.317+00:00",</a:t>
            </a:r>
          </a:p>
          <a:p>
            <a:r>
              <a:rPr lang="en-US" dirty="0"/>
              <a:t>                "key": "expected_change_amount_q2",</a:t>
            </a:r>
          </a:p>
          <a:p>
            <a:r>
              <a:rPr lang="en-US" dirty="0"/>
              <a:t>                "name": "Expected Increase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"dynamic_field_2026-09",</a:t>
            </a:r>
          </a:p>
          <a:p>
            <a:r>
              <a:rPr lang="en-US" dirty="0"/>
              <a:t>                "name": "dynamic_field_2026-09",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"bcff42ed-af00-4f4e-81ab-445cccb989ac",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"2022-05-18T18:26:40.719+00:00",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"2022-05-18T18:26:40.719+00:00",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fiscal_year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"Fiscal Year",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"FY26",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"74cc61f9-9e4c-4af5-bd95-ce102add026e",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"2022-07-08T03:25:48.856+00:00",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"2022-09-07T20:08:01.645+00:00",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acv_increase_decrease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"ACV Increase/Decrease",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"729e0ef7-a1a8-489a-bd5a-009af4da1481",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"2022-06-01T23:49:08.210+00:00",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"2022-06-01T23:49:08.210+00:00",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Amount",</a:t>
            </a:r>
          </a:p>
          <a:p>
            <a:r>
              <a:rPr lang="en-US" dirty="0"/>
              <a:t>                "type": "DECIMAL",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"4f9adccc-b20f-43c6-8427-dbcfc68b129a",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"2022-07-08T03:18:50.881+00:00",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"2022-07-22T08:21:42.502+00:00",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forecast_uplift_total_amount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"Forecast + Uplift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"f99470de-e416-4840-bb70-c2e2876ec029",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"2024-09-10T19:18:17.007+00:00",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"2025-06-06T06:26:26.761+00:00",</a:t>
            </a:r>
          </a:p>
          <a:p>
            <a:r>
              <a:rPr lang="en-US" dirty="0"/>
              <a:t>                "key": "actuals_amount_q1",</a:t>
            </a:r>
          </a:p>
          <a:p>
            <a:r>
              <a:rPr lang="en-US" dirty="0"/>
              <a:t>                "name": "Actuals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"f15b7cd4-88df-4dc4-be47-24b8adc98253",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"2024-09-10T23:56:33.437+00:00",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"2025-06-06T06:28:30.649+00:00",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final_forecasts_without_uplift_total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"Final Forecasts - Exclude Uplift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"4af0a099-dc65-4e97-a24c-d7eef6dbf3c2",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"2024-09-10T23:56:02.415+00:00",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"2025-06-06T06:28:03.313+00:00",</a:t>
            </a:r>
          </a:p>
          <a:p>
            <a:r>
              <a:rPr lang="en-US" dirty="0"/>
              <a:t>                "key": "final_forecasts_without_uplift_q2",</a:t>
            </a:r>
          </a:p>
          <a:p>
            <a:r>
              <a:rPr lang="en-US" dirty="0"/>
              <a:t>                "name": "Final Forecasts - Exclude Uplift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"09b72ab9-6041-4dee-8f9a-c6e649c1ec5e",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"2022-05-18T20:27:33.431+00:00",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"2022-05-18T20:27:33.431+00:00",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department_number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"Department Number",</a:t>
            </a:r>
          </a:p>
          <a:p>
            <a:r>
              <a:rPr lang="en-US" dirty="0"/>
              <a:t>                "type": "INTEGER",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2342324,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"3116bfdc-7410-4dd6-8e7b-4c536e1ab5d6",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"2025-06-06T06:05:57.961+00:00",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"2025-06-06T06:05:57.961+00:00",</a:t>
            </a:r>
          </a:p>
          <a:p>
            <a:r>
              <a:rPr lang="en-US" dirty="0"/>
              <a:t>                "key": "finance_leader_l4",</a:t>
            </a:r>
          </a:p>
          <a:p>
            <a:r>
              <a:rPr lang="en-US" dirty="0"/>
              <a:t>                "name": "Finance Leader L4",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"Nami",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"60a09408-475b-415a-b3e9-8f1bb05fc962",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"2025-08-20T04:40:52.983+00:00",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"2025-08-20T04:40:52.983+00:00",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signed_contract</a:t>
            </a:r>
            <a:r>
              <a:rPr lang="en-US" dirty="0"/>
              <a:t>",</a:t>
            </a:r>
          </a:p>
          <a:p>
            <a:r>
              <a:rPr lang="en-US" dirty="0"/>
              <a:t>                "name": "Signed Contract",</a:t>
            </a:r>
          </a:p>
          <a:p>
            <a:r>
              <a:rPr lang="en-US" dirty="0"/>
              <a:t>                "type": "BOOLEAN",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"a3eb560c-8533-4282-97bd-0e6063949d33",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"2024-09-10T19:37:30.859+00:00",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"2024-10-15T16:51:23.474+00:00",</a:t>
            </a:r>
          </a:p>
          <a:p>
            <a:r>
              <a:rPr lang="en-US" dirty="0"/>
              <a:t>                "key": "volume_change_q2",</a:t>
            </a:r>
          </a:p>
          <a:p>
            <a:r>
              <a:rPr lang="en-US" dirty="0"/>
              <a:t>                "name": "Volume Change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"f535c68d-75f2-485a-b08a-218d90f28123",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"2023-04-06T21:13:24.002+00:00",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"2023-04-06T21:13:24.002+00:00",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ignore_auto_amort</a:t>
            </a:r>
            <a:r>
              <a:rPr lang="en-US" dirty="0"/>
              <a:t>",</a:t>
            </a:r>
          </a:p>
          <a:p>
            <a:r>
              <a:rPr lang="en-US" dirty="0"/>
              <a:t>                "name": "Overwrite Amortization Schedule",</a:t>
            </a:r>
          </a:p>
          <a:p>
            <a:r>
              <a:rPr lang="en-US" dirty="0"/>
              <a:t>                "type": "BOOLEAN",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"535c2179-b36c-4c09-a27b-b9e07ec03c35",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"2022-10-13T16:15:58.052+00:00",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"2024-09-11T19:29:26.566+00:00",</a:t>
            </a:r>
          </a:p>
          <a:p>
            <a:r>
              <a:rPr lang="en-US" dirty="0"/>
              <a:t>                "key": "onex_level4_name",</a:t>
            </a:r>
          </a:p>
          <a:p>
            <a:r>
              <a:rPr lang="en-US" dirty="0"/>
              <a:t>                "name": "Level 4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"Sanji",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"115fa696-49ca-4e8e-9bc7-c1400bc74dc8",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"2025-06-06T06:06:44.715+00:00",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"2025-06-06T06:06:44.715+00:00",</a:t>
            </a:r>
          </a:p>
          <a:p>
            <a:r>
              <a:rPr lang="en-US" dirty="0"/>
              <a:t>                "key": "finance_leader_l5",</a:t>
            </a:r>
          </a:p>
          <a:p>
            <a:r>
              <a:rPr lang="en-US" dirty="0"/>
              <a:t>                "name": "Finance Leader L5",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"Robin",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"3521ac5a-e685-4d3b-88e8-70025ebe66bf",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"2024-09-10T19:37:20.004+00:00",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"2024-10-15T16:51:12.571+00:00",</a:t>
            </a:r>
          </a:p>
          <a:p>
            <a:r>
              <a:rPr lang="en-US" dirty="0"/>
              <a:t>                "key": "volume_change_q1",</a:t>
            </a:r>
          </a:p>
          <a:p>
            <a:r>
              <a:rPr lang="en-US" dirty="0"/>
              <a:t>                "name": "Volume Change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"922cb62b-74cc-4270-a35a-bcbe3e0f8f53",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"2022-09-08T21:15:37.333+00:00",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"2022-09-08T21:15:37.333+00:00",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baseline_completed_renewals_total_amount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"Baseline + Completed Renewals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"4642c252-54cc-4c49-a05e-df4bc28eb6b4",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"2022-05-18T20:31:46.201+00:00",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"2022-07-19T00:21:46.325+00:00",</a:t>
            </a:r>
          </a:p>
          <a:p>
            <a:r>
              <a:rPr lang="en-US" dirty="0"/>
              <a:t>                "key": "baseline_amount_q2",</a:t>
            </a:r>
          </a:p>
          <a:p>
            <a:r>
              <a:rPr lang="en-US" dirty="0"/>
              <a:t>                "name": "Baseline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"e1ac0c94-bade-4510-97ec-1cbf1bca861a",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"2024-09-10T23:55:53.725+00:00",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"2025-06-06T06:27:56.369+00:00",</a:t>
            </a:r>
          </a:p>
          <a:p>
            <a:r>
              <a:rPr lang="en-US" dirty="0"/>
              <a:t>                "key": "final_forecasts_without_uplift_q1",</a:t>
            </a:r>
          </a:p>
          <a:p>
            <a:r>
              <a:rPr lang="en-US" dirty="0"/>
              <a:t>                "name": "Final Forecasts - Exclude Uplift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"48257016-09bd-4ca8-baeb-a19619ccb7cc",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"2024-09-10T19:34:27.068+00:00",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"2024-10-15T16:51:00.223+00:00",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price_change_total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"Price Change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"02d3feb1-f209-4074-be1d-28fbb8814ffc",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"2024-09-10T19:37:48.057+00:00",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"2024-10-15T16:51:41.431+00:00",</a:t>
            </a:r>
          </a:p>
          <a:p>
            <a:r>
              <a:rPr lang="en-US" dirty="0"/>
              <a:t>                "key": "volume_change_q4",</a:t>
            </a:r>
          </a:p>
          <a:p>
            <a:r>
              <a:rPr lang="en-US" dirty="0"/>
              <a:t>                "name": "Volume Change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"dynamic_field_2027-02",</a:t>
            </a:r>
          </a:p>
          <a:p>
            <a:r>
              <a:rPr lang="en-US" dirty="0"/>
              <a:t>                "name": "dynamic_field_2027-02",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"dynamic_field_2027-04",</a:t>
            </a:r>
          </a:p>
          <a:p>
            <a:r>
              <a:rPr lang="en-US" dirty="0"/>
              <a:t>                "name": "dynamic_field_2027-04",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"dynamic_field_2025-09",</a:t>
            </a:r>
          </a:p>
          <a:p>
            <a:r>
              <a:rPr lang="en-US" dirty="0"/>
              <a:t>                "name": "dynamic_field_2025-09",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"0150edde-108e-45cb-805d-0d8fbae80086",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"2022-06-01T23:51:34.676+00:00",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"2025-06-06T06:22:25.112+00:00",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po_term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Term (Months)",</a:t>
            </a:r>
          </a:p>
          <a:p>
            <a:r>
              <a:rPr lang="en-US" dirty="0"/>
              <a:t>                "type": "INTEGER",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2,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"41262d25-fac3-4348-8ffb-de43d3a24e62",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"2022-03-22T04:53:22.107+00:00",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"2022-07-19T00:19:25.198+00:00",</a:t>
            </a:r>
          </a:p>
          <a:p>
            <a:r>
              <a:rPr lang="en-US" dirty="0"/>
              <a:t>                "key": "expected_change_amount_q4",</a:t>
            </a:r>
          </a:p>
          <a:p>
            <a:r>
              <a:rPr lang="en-US" dirty="0"/>
              <a:t>                "name": "Expected Increase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"9bfecff4-874d-4cdb-998c-03f9f4d16fb9",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"2024-06-12T22:18:50.704+00:00",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"2024-09-11T19:28:07.860+00:00",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elt_leader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"Level 2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"brook",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"9fabd986-c731-4fe4-a757-f5aa2a49f1cb",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"2024-09-10T23:56:12.892+00:00",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"2025-06-06T06:28:12.488+00:00",</a:t>
            </a:r>
          </a:p>
          <a:p>
            <a:r>
              <a:rPr lang="en-US" dirty="0"/>
              <a:t>                "key": "final_forecasts_without_uplift_q3",</a:t>
            </a:r>
          </a:p>
          <a:p>
            <a:r>
              <a:rPr lang="en-US" dirty="0"/>
              <a:t>                "name": "Final Forecasts - Exclude Uplift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"c7942c03-8adb-4fec-8788-04cefa34a434",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"2024-04-03T23:48:44.054+00:00",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"2024-04-03T23:48:44.054+00:00",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actual_uplift</a:t>
            </a:r>
            <a:r>
              <a:rPr lang="en-US" dirty="0"/>
              <a:t>",</a:t>
            </a:r>
          </a:p>
          <a:p>
            <a:r>
              <a:rPr lang="en-US" dirty="0"/>
              <a:t>                "name": "Actual Uplift %",</a:t>
            </a:r>
          </a:p>
          <a:p>
            <a:r>
              <a:rPr lang="en-US" dirty="0"/>
              <a:t>                "type": "DECIMAL",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"dynamic_field_2027-06",</a:t>
            </a:r>
          </a:p>
          <a:p>
            <a:r>
              <a:rPr lang="en-US" dirty="0"/>
              <a:t>                "name": "dynamic_field_2027-06",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"21a5b93e-4336-4f4b-9827-a18072aedaa4",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"2022-09-29T00:40:40.449+00:00",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"2022-09-29T00:40:40.449+00:00",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last_updated</a:t>
            </a:r>
            <a:r>
              <a:rPr lang="en-US" dirty="0"/>
              <a:t>",</a:t>
            </a:r>
          </a:p>
          <a:p>
            <a:r>
              <a:rPr lang="en-US" dirty="0"/>
              <a:t>                "name": "Last Updated",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1759123690708,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"956ae313-33c6-44f4-a951-7826ff209f83",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"2025-05-08T05:06:55.839+00:00",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"2025-06-06T06:30:18.972+00:00",</a:t>
            </a:r>
          </a:p>
          <a:p>
            <a:r>
              <a:rPr lang="en-US" dirty="0"/>
              <a:t>                "key": "node_level3_name",</a:t>
            </a:r>
          </a:p>
          <a:p>
            <a:r>
              <a:rPr lang="en-US" dirty="0"/>
              <a:t>                "name": "Node Level 3",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"Chopper",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"8f7a462c-7e11-422a-a659-f1ec1e4383cf",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"2025-05-08T05:06:40.711+00:00",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"2025-06-06T06:30:04.163+00:00",</a:t>
            </a:r>
          </a:p>
          <a:p>
            <a:r>
              <a:rPr lang="en-US" dirty="0"/>
              <a:t>                "key": "node_level2_name",</a:t>
            </a:r>
          </a:p>
          <a:p>
            <a:r>
              <a:rPr lang="en-US" dirty="0"/>
              <a:t>                "name": "Node Level 2",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"Jimbe",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"a2e3793d-46e3-41a4-a8c1-8acd81e48063",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"2024-09-10T19:42:04.395+00:00",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"2024-10-15T16:52:49.595+00:00",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expansion_total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"Expansion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"9f37833e-9773-485f-a11f-ef9e67408693",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"2024-09-10T19:46:29.980+00:00",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"2025-06-06T06:27:02.271+00:00",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total_uplift_percentage</a:t>
            </a:r>
            <a:r>
              <a:rPr lang="en-US" dirty="0"/>
              <a:t>",</a:t>
            </a:r>
          </a:p>
          <a:p>
            <a:r>
              <a:rPr lang="en-US" dirty="0"/>
              <a:t>                "name": "Total Uplift %",</a:t>
            </a:r>
          </a:p>
          <a:p>
            <a:r>
              <a:rPr lang="en-US" dirty="0"/>
              <a:t>                "type": "DECIMAL",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"1c3ea0b1-236c-4f9a-bb9d-b62ec1bcf8de",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"2025-01-22T08:11:31.152+00:00",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"2025-10-05T17:49:11.928+00:00",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central_noncentral_sw</a:t>
            </a:r>
            <a:r>
              <a:rPr lang="en-US" dirty="0"/>
              <a:t>",</a:t>
            </a:r>
          </a:p>
          <a:p>
            <a:r>
              <a:rPr lang="en-US" dirty="0"/>
              <a:t>                "name": "Central / Non-Central SW",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"Central Software",</a:t>
            </a:r>
          </a:p>
          <a:p>
            <a:r>
              <a:rPr lang="en-US" dirty="0"/>
              <a:t>                    "Non-Central Software"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"Non-Central Software",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"b200853f-bf79-4f99-a9ba-08c6a09ab38b",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"2024-09-10T19:18:28.804+00:00",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"2025-06-06T06:26:29.919+00:00",</a:t>
            </a:r>
          </a:p>
          <a:p>
            <a:r>
              <a:rPr lang="en-US" dirty="0"/>
              <a:t>                "key": "actuals_amount_q2",</a:t>
            </a:r>
          </a:p>
          <a:p>
            <a:r>
              <a:rPr lang="en-US" dirty="0"/>
              <a:t>                "name": "Actuals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"897661f9-16ff-43a6-b582-c7adb5f61b37",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"2022-10-13T16:18:11.890+00:00",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"2022-10-13T16:18:11.890+00:00",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product_owner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"Product Owner",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"Roger",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"3c2e7fd7-a321-4e5a-a17a-b7f948dbff3c",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"2024-09-10T19:33:17.666+00:00",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"2024-10-15T16:50:29.292+00:00",</a:t>
            </a:r>
          </a:p>
          <a:p>
            <a:r>
              <a:rPr lang="en-US" dirty="0"/>
              <a:t>                "key": "price_change_q2",</a:t>
            </a:r>
          </a:p>
          <a:p>
            <a:r>
              <a:rPr lang="en-US" dirty="0"/>
              <a:t>                "name": "Price Change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"fe11d24b-9457-4e10-b3b0-2edafe0e7105",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"2024-09-10T19:37:39.857+00:00",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"2024-10-15T16:51:33.880+00:00",</a:t>
            </a:r>
          </a:p>
          <a:p>
            <a:r>
              <a:rPr lang="en-US" dirty="0"/>
              <a:t>                "key": "volume_change_q3",</a:t>
            </a:r>
          </a:p>
          <a:p>
            <a:r>
              <a:rPr lang="en-US" dirty="0"/>
              <a:t>                "name": "Volume Change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"fbc3b98f-2e43-46e1-9681-a188ef3801f8",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"2023-07-13T17:14:52.648+00:00",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"2025-02-11T06:55:10.032+00:00",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forecasted_renewal_value_w_uplift</a:t>
            </a:r>
            <a:r>
              <a:rPr lang="en-US" dirty="0"/>
              <a:t>",</a:t>
            </a:r>
          </a:p>
          <a:p>
            <a:r>
              <a:rPr lang="en-US" dirty="0"/>
              <a:t>                "name": "Forecasted Renewal Value w/ Uplift",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"dynamic_field_2027-01",</a:t>
            </a:r>
          </a:p>
          <a:p>
            <a:r>
              <a:rPr lang="en-US" dirty="0"/>
              <a:t>                "name": "dynamic_field_2027-01",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"ab617c49-9890-436c-91a5-38e3e8647643",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"2024-09-10T19:33:58.584+00:00",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"2024-10-15T16:50:50.280+00:00",</a:t>
            </a:r>
          </a:p>
          <a:p>
            <a:r>
              <a:rPr lang="en-US" dirty="0"/>
              <a:t>                "key": "price_change_q4",</a:t>
            </a:r>
          </a:p>
          <a:p>
            <a:r>
              <a:rPr lang="en-US" dirty="0"/>
              <a:t>                "name": "Price Change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"ac868e2d-723a-4806-8433-ac5eb00d161a",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"2024-09-10T19:33:31.903+00:00",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"2024-10-15T16:50:41.190+00:00",</a:t>
            </a:r>
          </a:p>
          <a:p>
            <a:r>
              <a:rPr lang="en-US" dirty="0"/>
              <a:t>                "key": "price_change_q3",</a:t>
            </a:r>
          </a:p>
          <a:p>
            <a:r>
              <a:rPr lang="en-US" dirty="0"/>
              <a:t>                "name": "Price Change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"9f37f734-a622-4cd9-8e5a-be988303623d",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"2022-05-18T20:32:21.897+00:00",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"2022-07-19T00:22:30.080+00:00",</a:t>
            </a:r>
          </a:p>
          <a:p>
            <a:r>
              <a:rPr lang="en-US" dirty="0"/>
              <a:t>                "key": "baseline_amount_q4",</a:t>
            </a:r>
          </a:p>
          <a:p>
            <a:r>
              <a:rPr lang="en-US" dirty="0"/>
              <a:t>                "name": "Baseline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"e05e7a91-2e24-4497-8dba-7e833e01629f",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"2022-06-01T23:50:50.607+00:00",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"2022-06-01T23:50:50.607+00:00",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po_start_date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Start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"77fcca5c-02d8-4cda-9286-68fd4a13cac9",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"2024-09-10T19:38:01.626+00:00",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"2024-10-15T16:51:53.804+00:00",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volume_change_total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"Volume Change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"e6ba5049-b4e7-4c6b-9443-d2d98fcce1a2",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"2025-05-08T05:07:11.674+00:00",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"2025-06-06T06:30:12.610+00:00",</a:t>
            </a:r>
          </a:p>
          <a:p>
            <a:r>
              <a:rPr lang="en-US" dirty="0"/>
              <a:t>                "key": "node_level4_name",</a:t>
            </a:r>
          </a:p>
          <a:p>
            <a:r>
              <a:rPr lang="en-US" dirty="0"/>
              <a:t>                "name": "Node Level 4",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"White beard",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"999e57a3-dc84-4176-be02-ee1c29948f4e",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"2024-09-10T19:18:37.910+00:00",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"2025-06-06T06:26:33.799+00:00",</a:t>
            </a:r>
          </a:p>
          <a:p>
            <a:r>
              <a:rPr lang="en-US" dirty="0"/>
              <a:t>                "key": "actuals_amount_q3",</a:t>
            </a:r>
          </a:p>
          <a:p>
            <a:r>
              <a:rPr lang="en-US" dirty="0"/>
              <a:t>                "name": "Actuals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"1514c462-3c3e-469b-827c-deb4af85ce52",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"2022-10-13T16:17:26.910+00:00",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"2025-10-05T17:49:11.477+00:00",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cogs_or_opex</a:t>
            </a:r>
            <a:r>
              <a:rPr lang="en-US" dirty="0"/>
              <a:t>",</a:t>
            </a:r>
          </a:p>
          <a:p>
            <a:r>
              <a:rPr lang="en-US" dirty="0"/>
              <a:t>                "name": "COGS / OPEX",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"OPEX",</a:t>
            </a:r>
          </a:p>
          <a:p>
            <a:r>
              <a:rPr lang="en-US" dirty="0"/>
              <a:t>                    "COGS_CX COGS",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COGS_Manufacturing</a:t>
            </a:r>
            <a:r>
              <a:rPr lang="en-US" dirty="0"/>
              <a:t>",</a:t>
            </a:r>
          </a:p>
          <a:p>
            <a:r>
              <a:rPr lang="en-US" dirty="0"/>
              <a:t>                    "SC COGS",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COGS_Product</a:t>
            </a:r>
            <a:r>
              <a:rPr lang="en-US" dirty="0"/>
              <a:t> Std Cost",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COGS_Service</a:t>
            </a:r>
            <a:r>
              <a:rPr lang="en-US" dirty="0"/>
              <a:t>",</a:t>
            </a:r>
          </a:p>
          <a:p>
            <a:r>
              <a:rPr lang="en-US" dirty="0"/>
              <a:t>                    "COGS",</a:t>
            </a:r>
          </a:p>
          <a:p>
            <a:r>
              <a:rPr lang="en-US" dirty="0"/>
              <a:t>                    "CX COGS"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"COGS_CX COGS",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"bff11eee-5e16-4753-82b9-fb9815593152",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"2022-06-01T23:45:38.149+00:00",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"2025-06-06T06:23:32.000+00:00",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forecast_total_amount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"Forecast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"dynamic_field_2025-11",</a:t>
            </a:r>
          </a:p>
          <a:p>
            <a:r>
              <a:rPr lang="en-US" dirty="0"/>
              <a:t>                "name": "dynamic_field_2025-11",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"fd235117-d9ea-4b34-95cc-b80e2ffab375",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"2024-09-10T19:18:47.713+00:00",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"2025-06-06T06:26:38.021+00:00",</a:t>
            </a:r>
          </a:p>
          <a:p>
            <a:r>
              <a:rPr lang="en-US" dirty="0"/>
              <a:t>                "key": "actuals_amount_q4",</a:t>
            </a:r>
          </a:p>
          <a:p>
            <a:r>
              <a:rPr lang="en-US" dirty="0"/>
              <a:t>                "name": "Actuals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"c5d8903e-1540-4b40-abba-1880e6201b02",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"2024-09-10T23:54:49.492+00:00",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"2025-06-06T06:27:39.696+00:00",</a:t>
            </a:r>
          </a:p>
          <a:p>
            <a:r>
              <a:rPr lang="en-US" dirty="0"/>
              <a:t>                "key": "final_forecasts_with_uplift_q4",</a:t>
            </a:r>
          </a:p>
          <a:p>
            <a:r>
              <a:rPr lang="en-US" dirty="0"/>
              <a:t>                "name": "Final Forecasts - with Uplift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"3f179a5e-372b-4a26-a734-55f7d2699761",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"2025-05-08T05:07:32.514+00:00",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"2025-06-06T06:30:15.905+00:00",</a:t>
            </a:r>
          </a:p>
          <a:p>
            <a:r>
              <a:rPr lang="en-US" dirty="0"/>
              <a:t>                "key": "node_level5_name",</a:t>
            </a:r>
          </a:p>
          <a:p>
            <a:r>
              <a:rPr lang="en-US" dirty="0"/>
              <a:t>                "name": "Node Level 5",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"Buggy",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"8771ab76-aa62-4d11-af8d-8e42474b4040",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"2024-01-25T05:44:57.723+00:00",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"2024-01-25T05:44:57.723+00:00",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parent_software_publisher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"Parent Software Publisher",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"15b9360f-3fa9-4b97-beaa-d0546fa1dfee",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"2022-06-01T23:51:59.626+00:00",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"2025-03-21T03:04:31.771+00:00",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bk_financial_account_code</a:t>
            </a:r>
            <a:r>
              <a:rPr lang="en-US" dirty="0"/>
              <a:t>",</a:t>
            </a:r>
          </a:p>
          <a:p>
            <a:r>
              <a:rPr lang="en-US" dirty="0"/>
              <a:t>                "name": "GL Account",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"123",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"16d26ba2-7cfe-4fff-b1c7-217d85e92bd7",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"2024-09-10T23:54:41.056+00:00",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"2025-06-06T06:27:21.838+00:00",</a:t>
            </a:r>
          </a:p>
          <a:p>
            <a:r>
              <a:rPr lang="en-US" dirty="0"/>
              <a:t>                "key": "final_forecasts_with_uplift_q3",</a:t>
            </a:r>
          </a:p>
          <a:p>
            <a:r>
              <a:rPr lang="en-US" dirty="0"/>
              <a:t>                "name": "Final Forecasts - with Uplift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"573d5afc-c93f-41af-a8a3-1f376a9891f7",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"2025-06-06T06:04:42.626+00:00",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"2025-06-06T06:04:42.626+00:00",</a:t>
            </a:r>
          </a:p>
          <a:p>
            <a:r>
              <a:rPr lang="en-US" dirty="0"/>
              <a:t>                "key": "finance_leader_l3",</a:t>
            </a:r>
          </a:p>
          <a:p>
            <a:r>
              <a:rPr lang="en-US" dirty="0"/>
              <a:t>                "name": "Finance Leader L3",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 </a:t>
            </a:r>
            <a:r>
              <a:rPr lang="en-US" dirty="0" err="1"/>
              <a:t>linlin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"aeb56c80-a81c-4bc1-8b07-f5835f7b913b",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"2025-06-06T06:07:40.164+00:00",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"2025-06-06T06:07:40.164+00:00",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department_name</a:t>
            </a:r>
            <a:r>
              <a:rPr lang="en-US" dirty="0"/>
              <a:t>",</a:t>
            </a:r>
          </a:p>
          <a:p>
            <a:r>
              <a:rPr lang="en-US" dirty="0"/>
              <a:t>                "name": "Department 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"CTEST",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"dynamic_field_2027-05",</a:t>
            </a:r>
          </a:p>
          <a:p>
            <a:r>
              <a:rPr lang="en-US" dirty="0"/>
              <a:t>                "name": "dynamic_field_2027-05",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"55cb03fc-a4ad-4cd6-954c-ed296146c387",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"2022-06-01T23:54:14.112+00:00",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"2025-10-05T17:49:11.384+00:00",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po_approval_level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Approval Level",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"Executive Vice President/President/Chief Operation Officer",</a:t>
            </a:r>
          </a:p>
          <a:p>
            <a:r>
              <a:rPr lang="en-US" dirty="0"/>
              <a:t>                    "PO Opened",</a:t>
            </a:r>
          </a:p>
          <a:p>
            <a:r>
              <a:rPr lang="en-US" dirty="0"/>
              <a:t>                    "Senior Vice President",</a:t>
            </a:r>
          </a:p>
          <a:p>
            <a:r>
              <a:rPr lang="en-US" dirty="0"/>
              <a:t>                    "Director",</a:t>
            </a:r>
          </a:p>
          <a:p>
            <a:r>
              <a:rPr lang="en-US" dirty="0"/>
              <a:t>                    "Vice President",</a:t>
            </a:r>
          </a:p>
          <a:p>
            <a:r>
              <a:rPr lang="en-US" dirty="0"/>
              <a:t>                    "Manager",</a:t>
            </a:r>
          </a:p>
          <a:p>
            <a:r>
              <a:rPr lang="en-US" dirty="0"/>
              <a:t>                    "CEO",</a:t>
            </a:r>
          </a:p>
          <a:p>
            <a:r>
              <a:rPr lang="en-US" dirty="0"/>
              <a:t>                    "Board of Directors"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"Manager",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"dynamic_field_2027-03",</a:t>
            </a:r>
          </a:p>
          <a:p>
            <a:r>
              <a:rPr lang="en-US" dirty="0"/>
              <a:t>                "name": "dynamic_field_2027-03",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"bb7f2243-c802-4983-9d4b-ee1acfb63c83",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"2022-10-13T16:18:34.999+00:00",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"2025-06-06T06:25:07.367+00:00",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finance_controller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"Finance Controller",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</a:t>
            </a:r>
            <a:r>
              <a:rPr lang="en-US" dirty="0" err="1"/>
              <a:t>Kizaru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"8762f294-74f7-4be6-8920-659c05f6afd4",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"2023-04-06T21:14:01.714+00:00",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"2025-06-06T06:25:35.564+00:00",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po_fiscal_year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Fiscal Year",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"FY26",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"51dea62b-4cda-4b1a-b2b9-eb7755920582",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"2024-09-11T00:35:19.363+00:00",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"2025-10-05T17:49:11.794+00:00",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fromto_org_if_cross_charge</a:t>
            </a:r>
            <a:r>
              <a:rPr lang="en-US" dirty="0"/>
              <a:t>",</a:t>
            </a:r>
          </a:p>
          <a:p>
            <a:r>
              <a:rPr lang="en-US" dirty="0"/>
              <a:t>                "name": "From/To Org (if Cross Charge)",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"Not XC",</a:t>
            </a:r>
          </a:p>
          <a:p>
            <a:r>
              <a:rPr lang="en-US" dirty="0"/>
              <a:t>                    "XC Within Org",</a:t>
            </a:r>
          </a:p>
          <a:p>
            <a:r>
              <a:rPr lang="en-US" dirty="0"/>
              <a:t>                    "XC Across Cisco"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"Not XC",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"77c1b2eb-2e2e-4b13-a4df-425ce336dd3d",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"2022-07-08T03:26:32.880+00:00",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"2022-09-07T20:08:23.028+00:00",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quote_to_contract_delta</a:t>
            </a:r>
            <a:r>
              <a:rPr lang="en-US" dirty="0"/>
              <a:t>",</a:t>
            </a:r>
          </a:p>
          <a:p>
            <a:r>
              <a:rPr lang="en-US" dirty="0"/>
              <a:t>                "name": "Quote to Contract Delta",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"84643afd-a241-4cb1-bd96-04c41a0d5e94",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"2022-07-08T03:16:24.228+00:00",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"2022-07-22T08:20:59.715+00:00",</a:t>
            </a:r>
          </a:p>
          <a:p>
            <a:r>
              <a:rPr lang="en-US" dirty="0"/>
              <a:t>                "key": "forecast_uplift_amount_q1",</a:t>
            </a:r>
          </a:p>
          <a:p>
            <a:r>
              <a:rPr lang="en-US" dirty="0"/>
              <a:t>                "name": "Forecast + Uplift Amount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"3fe5f6d3-0daf-4409-9f40-e00fbdcd15c7",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"2024-09-03T01:19:42.383+00:00",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"2024-09-03T01:19:42.383+00:00",</a:t>
            </a:r>
          </a:p>
          <a:p>
            <a:r>
              <a:rPr lang="en-US" dirty="0"/>
              <a:t>                "key": "commit_amount_q1",</a:t>
            </a:r>
          </a:p>
          <a:p>
            <a:r>
              <a:rPr lang="en-US" dirty="0"/>
              <a:t>                "name": "Commit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"0ff77df8-603b-424e-b004-ad29c1fde235",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"2022-06-01T23:51:01.634+00:00",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"2022-06-01T23:51:01.634+00:00",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po_end_date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End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"dynamic_field_2026-04",</a:t>
            </a:r>
          </a:p>
          <a:p>
            <a:r>
              <a:rPr lang="en-US" dirty="0"/>
              <a:t>                "name": "dynamic_field_2026-04",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]</a:t>
            </a:r>
          </a:p>
          <a:p>
            <a:r>
              <a:rPr lang="en-US" dirty="0"/>
              <a:t>    ],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https://xyz.com/api/dataloader/v1/attributes/financial/amortizationpurchaseorders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"filter":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"fields":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"value":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itam_asset_forecast_intake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"type": "STRING"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"key":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itam_asset_forecast_intake_po_row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"type": "STRING",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"value": "GMT23SEP021"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r>
              <a:rPr lang="en-US" dirty="0"/>
              <a:t>d{</a:t>
            </a:r>
          </a:p>
          <a:p>
            <a:r>
              <a:rPr lang="en-US" dirty="0"/>
              <a:t>    "</a:t>
            </a:r>
            <a:r>
              <a:rPr lang="en-US" dirty="0" err="1"/>
              <a:t>correlationId</a:t>
            </a:r>
            <a:r>
              <a:rPr lang="en-US" dirty="0"/>
              <a:t>": "</a:t>
            </a:r>
            <a:r>
              <a:rPr lang="en-US" dirty="0" err="1"/>
              <a:t>xxxxx</a:t>
            </a:r>
            <a:r>
              <a:rPr lang="en-US" dirty="0"/>
              <a:t>-xx-xx-xx-</a:t>
            </a:r>
            <a:r>
              <a:rPr lang="en-US" dirty="0" err="1"/>
              <a:t>xxxxx</a:t>
            </a:r>
            <a:r>
              <a:rPr lang="en-US" dirty="0"/>
              <a:t>",</a:t>
            </a:r>
          </a:p>
          <a:p>
            <a:r>
              <a:rPr lang="en-US" dirty="0"/>
              <a:t>    "</a:t>
            </a:r>
            <a:r>
              <a:rPr lang="en-US" dirty="0" err="1"/>
              <a:t>statusCode</a:t>
            </a:r>
            <a:r>
              <a:rPr lang="en-US" dirty="0"/>
              <a:t>": 200,</a:t>
            </a:r>
          </a:p>
          <a:p>
            <a:r>
              <a:rPr lang="en-US" dirty="0"/>
              <a:t>    "</a:t>
            </a:r>
            <a:r>
              <a:rPr lang="en-US" dirty="0" err="1"/>
              <a:t>statusReason</a:t>
            </a:r>
            <a:r>
              <a:rPr lang="en-US" dirty="0"/>
              <a:t>": "OK",</a:t>
            </a:r>
          </a:p>
          <a:p>
            <a:r>
              <a:rPr lang="en-US" dirty="0"/>
              <a:t>    "success": true,</a:t>
            </a:r>
          </a:p>
          <a:p>
            <a:r>
              <a:rPr lang="en-US" dirty="0"/>
              <a:t>    "status": "OK",</a:t>
            </a:r>
          </a:p>
          <a:p>
            <a:r>
              <a:rPr lang="en-US" dirty="0"/>
              <a:t>    "</a:t>
            </a:r>
            <a:r>
              <a:rPr lang="en-US" dirty="0" err="1"/>
              <a:t>purchaseOrderRows</a:t>
            </a:r>
            <a:r>
              <a:rPr lang="en-US" dirty="0"/>
              <a:t>": [</a:t>
            </a:r>
          </a:p>
          <a:p>
            <a:r>
              <a:rPr lang="en-US" dirty="0"/>
              <a:t>        [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"a1c16bf4-03c3-4581-92db-c7d8135e1d7f",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"2022-06-01T22:57:00.424+00:00",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"2022-09-07T20:06:05.656+00:00",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total_contract_value</a:t>
            </a:r>
            <a:r>
              <a:rPr lang="en-US" dirty="0"/>
              <a:t>",</a:t>
            </a:r>
          </a:p>
          <a:p>
            <a:r>
              <a:rPr lang="en-US" dirty="0"/>
              <a:t>                "name": "Total Contract Value",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"32f178db-a693-49c3-a3a7-ec6d99b41220",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"2022-10-13T16:15:32.206+00:00",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"2024-09-11T19:28:35.649+00:00",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slt_leader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"Level 3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"peter",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"dynamic_field_2026-03",</a:t>
            </a:r>
          </a:p>
          <a:p>
            <a:r>
              <a:rPr lang="en-US" dirty="0"/>
              <a:t>                "name": "dynamic_field_2026-03",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"dynamic_field_2026-02",</a:t>
            </a:r>
          </a:p>
          <a:p>
            <a:r>
              <a:rPr lang="en-US" dirty="0"/>
              <a:t>                "name": "dynamic_field_2026-02",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"1d9ffbf0-aeeb-4719-9855-0fc6a2f9c13d",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"2024-09-10T19:16:04.588+00:00",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"2025-10-05T17:49:11.724+00:00",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amortization_treatment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"Amortization Treatment",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"Expense",</a:t>
            </a:r>
          </a:p>
          <a:p>
            <a:r>
              <a:rPr lang="en-US" dirty="0"/>
              <a:t>                    "TBD",</a:t>
            </a:r>
          </a:p>
          <a:p>
            <a:r>
              <a:rPr lang="en-US" dirty="0"/>
              <a:t>                    "Customized Amortization",</a:t>
            </a:r>
          </a:p>
          <a:p>
            <a:r>
              <a:rPr lang="en-US" dirty="0"/>
              <a:t>                    "Invoice Based",</a:t>
            </a:r>
          </a:p>
          <a:p>
            <a:r>
              <a:rPr lang="en-US" dirty="0"/>
              <a:t>                    "Not Amortized",</a:t>
            </a:r>
          </a:p>
          <a:p>
            <a:r>
              <a:rPr lang="en-US" dirty="0"/>
              <a:t>                    "Straight Line"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"f1fd4274-93b2-4522-93e1-d1ca7fb8a070",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"2024-09-10T19:41:36.032+00:00",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"2024-10-15T16:52:23.792+00:00",</a:t>
            </a:r>
          </a:p>
          <a:p>
            <a:r>
              <a:rPr lang="en-US" dirty="0"/>
              <a:t>                "key": "expansion_q2",</a:t>
            </a:r>
          </a:p>
          <a:p>
            <a:r>
              <a:rPr lang="en-US" dirty="0"/>
              <a:t>                "name": "Expansion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"f42df6dc-ac4e-4087-9af9-966194c92f10",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"2022-07-08T03:18:01.853+00:00",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"2022-07-22T08:21:36.904+00:00",</a:t>
            </a:r>
          </a:p>
          <a:p>
            <a:r>
              <a:rPr lang="en-US" dirty="0"/>
              <a:t>                "key": "forecast_uplift_amount_q4",</a:t>
            </a:r>
          </a:p>
          <a:p>
            <a:r>
              <a:rPr lang="en-US" dirty="0"/>
              <a:t>                "name": "Forecast + Uplift Amount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"97966397-fb20-4290-a6bc-e7defed6b0b4",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"2022-09-08T21:14:01.660+00:00",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"2023-03-07T01:06:04.397+00:00",</a:t>
            </a:r>
          </a:p>
          <a:p>
            <a:r>
              <a:rPr lang="en-US" dirty="0"/>
              <a:t>                "key": "baseline_completed_renewals_q3",</a:t>
            </a:r>
          </a:p>
          <a:p>
            <a:r>
              <a:rPr lang="en-US" dirty="0"/>
              <a:t>                "name": "Baseline + Completed Renewals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"ee36bb08-e648-4186-8fbf-07a3bab98984",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"2022-05-18T20:34:52.638+00:00",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"2022-07-22T08:23:01.466+00:00",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baseline_total_amount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"Baseline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"6c855f0f-6cea-4a01-92e1-245646d36ab2",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"2022-09-08T21:13:43.583+00:00",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"2023-03-07T01:05:59.483+00:00",</a:t>
            </a:r>
          </a:p>
          <a:p>
            <a:r>
              <a:rPr lang="en-US" dirty="0"/>
              <a:t>                "key": "baseline_completed_renewals_q2",</a:t>
            </a:r>
          </a:p>
          <a:p>
            <a:r>
              <a:rPr lang="en-US" dirty="0"/>
              <a:t>                "name": "Baseline + Completed Renewals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"9c1defb8-297e-45a6-8ee8-de390c489f1b",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"2022-05-18T20:31:27.334+00:00",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"2022-07-19T00:21:21.776+00:00",</a:t>
            </a:r>
          </a:p>
          <a:p>
            <a:r>
              <a:rPr lang="en-US" dirty="0"/>
              <a:t>                "key": "baseline_amount_q1",</a:t>
            </a:r>
          </a:p>
          <a:p>
            <a:r>
              <a:rPr lang="en-US" dirty="0"/>
              <a:t>                "name": "Baseline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"4b40f5f4-69d1-45ac-9d20-fadc3a34430c",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"2023-11-09T23:21:59.350+00:00",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"2023-11-09T23:21:59.350+00:00",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contract_name</a:t>
            </a:r>
            <a:r>
              <a:rPr lang="en-US" dirty="0"/>
              <a:t>",</a:t>
            </a:r>
          </a:p>
          <a:p>
            <a:r>
              <a:rPr lang="en-US" dirty="0"/>
              <a:t>                "name": "Contract 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"TechSmith Snagit-25 Business New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"4f77f688-603c-454e-a696-c45c821f71cb",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"2023-02-11T00:15:26.169+00:00",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"2023-02-11T00:15:26.169+00:00",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adjusted_po_end_date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"Adjusted PO End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"3d132836-7f84-4afa-b4c8-1676de314681",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"2023-11-09T23:22:19.245+00:00",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"2024-01-25T05:52:15.789+00:00",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contract_details</a:t>
            </a:r>
            <a:r>
              <a:rPr lang="en-US" dirty="0"/>
              <a:t>",</a:t>
            </a:r>
          </a:p>
          <a:p>
            <a:r>
              <a:rPr lang="en-US" dirty="0"/>
              <a:t>                "name": "Contract Details",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"TechSmith Snagit-25 Business New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"1dfefa07-cfb5-41b8-a5c4-c83345a736a8",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"2024-09-10T19:41:52.378+00:00",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"2024-10-15T16:52:37.238+00:00",</a:t>
            </a:r>
          </a:p>
          <a:p>
            <a:r>
              <a:rPr lang="en-US" dirty="0"/>
              <a:t>                "key": "expansion_q4",</a:t>
            </a:r>
          </a:p>
          <a:p>
            <a:r>
              <a:rPr lang="en-US" dirty="0"/>
              <a:t>                "name": "Expansion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"dynamic_field_2026-12",</a:t>
            </a:r>
          </a:p>
          <a:p>
            <a:r>
              <a:rPr lang="en-US" dirty="0"/>
              <a:t>                "name": "dynamic_field_2026-12",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"9127af67-9ca5-4f81-a74a-f22d4869bd0f",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"2023-02-11T00:15:43.872+00:00",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"2023-02-11T00:15:43.872+00:00",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po_current_amort_rate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Current Amort Rate",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"dynamic_field_2026-05",</a:t>
            </a:r>
          </a:p>
          <a:p>
            <a:r>
              <a:rPr lang="en-US" dirty="0"/>
              <a:t>                "name": "dynamic_field_2026-05",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"23f1b958-d3d0-45f3-a2e3-139b20abc6c2",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"2024-09-10T19:41:45.659+00:00",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"2024-10-15T16:52:31.098+00:00",</a:t>
            </a:r>
          </a:p>
          <a:p>
            <a:r>
              <a:rPr lang="en-US" dirty="0"/>
              <a:t>                "key": "expansion_q3",</a:t>
            </a:r>
          </a:p>
          <a:p>
            <a:r>
              <a:rPr lang="en-US" dirty="0"/>
              <a:t>                "name": "Expansion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"dynamic_field_2026-11",</a:t>
            </a:r>
          </a:p>
          <a:p>
            <a:r>
              <a:rPr lang="en-US" dirty="0"/>
              <a:t>                "name": "dynamic_field_2026-11",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"e8e9b330-8297-4f56-8e0f-b0d97931abea",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"2022-03-22T04:23:57.640+00:00",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"2025-10-05T17:49:12.104+00:00",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software_publisher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"Software Publisher",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"a"</a:t>
            </a:r>
          </a:p>
          <a:p>
            <a:r>
              <a:rPr lang="en-US" dirty="0"/>
              <a:t>                    "b",</a:t>
            </a:r>
          </a:p>
          <a:p>
            <a:r>
              <a:rPr lang="en-US" dirty="0"/>
              <a:t>                    "c"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"SHI LLC",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"1f18f76f-3fb8-489a-a84d-fddaba032770",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"2024-09-03T01:19:59.948+00:00",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"2024-09-03T01:19:59.948+00:00",</a:t>
            </a:r>
          </a:p>
          <a:p>
            <a:r>
              <a:rPr lang="en-US" dirty="0"/>
              <a:t>                "key": "commit_amount_q2",</a:t>
            </a:r>
          </a:p>
          <a:p>
            <a:r>
              <a:rPr lang="en-US" dirty="0"/>
              <a:t>                "name": "Commit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3230.0,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"bfdb8bb3-3cc9-4bb9-a7a3-cd2533ddc39b",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"2022-03-22T16:43:19.222+00:00",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"2022-07-22T08:22:24.545+00:00",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expected_change_total_amount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"Expected Increase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"dynamic_field_2026-07",</a:t>
            </a:r>
          </a:p>
          <a:p>
            <a:r>
              <a:rPr lang="en-US" dirty="0"/>
              <a:t>                "name": "dynamic_field_2026-07",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"38560128-4162-4f41-acd2-dbb763c55663",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"2022-06-01T23:44:37.436+00:00",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"2025-06-06T06:23:03.778+00:00",</a:t>
            </a:r>
          </a:p>
          <a:p>
            <a:r>
              <a:rPr lang="en-US" dirty="0"/>
              <a:t>                "key": "forecast_amount_q3",</a:t>
            </a:r>
          </a:p>
          <a:p>
            <a:r>
              <a:rPr lang="en-US" dirty="0"/>
              <a:t>                "name": "Forecast Amount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"7003e220-ecf7-42fb-bd24-b8f4bc948d6f",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"2023-02-11T00:15:07.673+00:00",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"2023-02-11T00:15:07.673+00:00",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adjusted_po_start_date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"Adjusted PO Start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"dynamic_field_2026-06",</a:t>
            </a:r>
          </a:p>
          <a:p>
            <a:r>
              <a:rPr lang="en-US" dirty="0"/>
              <a:t>                "name": "dynamic_field_2026-06",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"42f69169-3b0a-4b8e-a635-c781c79dfd8f",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"2022-03-22T04:49:11.272+00:00",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"2022-07-21T12:41:00.644+00:00",</a:t>
            </a:r>
          </a:p>
          <a:p>
            <a:r>
              <a:rPr lang="en-US" dirty="0"/>
              <a:t>                "key": "po",</a:t>
            </a:r>
          </a:p>
          <a:p>
            <a:r>
              <a:rPr lang="en-US" dirty="0"/>
              <a:t>                "name": "PO#",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"GMT23SEP021",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"3b6950b3-d420-4b53-b272-66ca53a0eaa5",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"2022-10-13T16:20:53.568+00:00",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"2022-10-13T16:20:53.568+00:00",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highest_contract_quote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"Highest Contract Quote",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"9364d39c-6639-4865-80ca-308fe73c01e7",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"2022-03-22T03:36:16.571+00:00",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"2022-04-04T14:57:08.277+00:00",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software_title</a:t>
            </a:r>
            <a:r>
              <a:rPr lang="en-US" dirty="0"/>
              <a:t>",</a:t>
            </a:r>
          </a:p>
          <a:p>
            <a:r>
              <a:rPr lang="en-US" dirty="0"/>
              <a:t>                "name": "Software Title",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"TechSmith Snagit-25 Business New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"dynamic_field_2025-12",</a:t>
            </a:r>
          </a:p>
          <a:p>
            <a:r>
              <a:rPr lang="en-US" dirty="0"/>
              <a:t>                "name": "dynamic_field_2025-12",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"79130872-5efd-4cd9-ad82-2d600ab0f7e2",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"2024-09-10T23:55:06.183+00:00",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"2025-06-06T06:27:44.736+00:00",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final_forecasts_with_uplift_total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"Final Forecasts - with Uplift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"d6ca0a81-b660-45ad-9bf5-97d3bb348e2b",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"2022-06-01T23:44:51.325+00:00",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"2025-06-06T06:23:11.841+00:00",</a:t>
            </a:r>
          </a:p>
          <a:p>
            <a:r>
              <a:rPr lang="en-US" dirty="0"/>
              <a:t>                "key": "forecast_amount_q4",</a:t>
            </a:r>
          </a:p>
          <a:p>
            <a:r>
              <a:rPr lang="en-US" dirty="0"/>
              <a:t>                "name": "Forecast Amount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"0935131c-02e6-4a60-a448-14c24fd31167",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"2022-06-02T00:02:50.180+00:00",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"2022-06-02T00:02:50.180+00:00",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vendor_name</a:t>
            </a:r>
            <a:r>
              <a:rPr lang="en-US" dirty="0"/>
              <a:t>",</a:t>
            </a:r>
          </a:p>
          <a:p>
            <a:r>
              <a:rPr lang="en-US" dirty="0"/>
              <a:t>                "name": "Vendor 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"dynamic_field_2026-01",</a:t>
            </a:r>
          </a:p>
          <a:p>
            <a:r>
              <a:rPr lang="en-US" dirty="0"/>
              <a:t>                "name": "dynamic_field_2026-01",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"400bab33-7ab5-47f7-af9f-442f03443d78",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"2024-09-10T19:10:59.409+00:00",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"2025-10-05T17:49:11.678+00:00",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sw_category</a:t>
            </a:r>
            <a:r>
              <a:rPr lang="en-US" dirty="0"/>
              <a:t>",</a:t>
            </a:r>
          </a:p>
          <a:p>
            <a:r>
              <a:rPr lang="en-US" dirty="0"/>
              <a:t>                "name": "SW Category",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"Above 300K",</a:t>
            </a:r>
          </a:p>
          <a:p>
            <a:r>
              <a:rPr lang="en-US" dirty="0"/>
              <a:t>                    "Below 300K"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"Below 300K",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"56a769ee-2fe8-4e94-9998-b63045956723",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"2022-06-02T00:01:21.927+00:00",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"2022-09-07T20:07:41.919+00:00",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annual_contract_value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"Annual Contract Value",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"9529942d-792e-47ed-9c5d-78c7c89805b9",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"2022-11-23T20:43:24.010+00:00",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"2024-09-11T19:29:44.007+00:00",</a:t>
            </a:r>
          </a:p>
          <a:p>
            <a:r>
              <a:rPr lang="en-US" dirty="0"/>
              <a:t>                "key": "onex_level5_name",</a:t>
            </a:r>
          </a:p>
          <a:p>
            <a:r>
              <a:rPr lang="en-US" dirty="0"/>
              <a:t>                "name": "Level 5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"Luffy",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"7730a008-2cec-488b-b439-b7ef4f58c22f",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"2025-09-24T07:49:25.903+00:00",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"2025-09-24T07:49:25.903+00:00",</a:t>
            </a:r>
          </a:p>
          <a:p>
            <a:r>
              <a:rPr lang="en-US" dirty="0"/>
              <a:t>                "key": "onex_level6_name",</a:t>
            </a:r>
          </a:p>
          <a:p>
            <a:r>
              <a:rPr lang="en-US" dirty="0"/>
              <a:t>                "name": "Level 6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"Shanks",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"dynamic_field_2025-10",</a:t>
            </a:r>
          </a:p>
          <a:p>
            <a:r>
              <a:rPr lang="en-US" dirty="0"/>
              <a:t>                "name": "dynamic_field_2025-10",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"a37b7132-52da-4cad-8680-cb72ab5b0e9a",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"2024-09-03T01:20:20.250+00:00",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"2024-09-03T01:20:20.250+00:00",</a:t>
            </a:r>
          </a:p>
          <a:p>
            <a:r>
              <a:rPr lang="en-US" dirty="0"/>
              <a:t>                "key": "commit_amount_q3",</a:t>
            </a:r>
          </a:p>
          <a:p>
            <a:r>
              <a:rPr lang="en-US" dirty="0"/>
              <a:t>                "name": "Commit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2220.0,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"ea28d118-4eff-4e86-8ed2-42dc83adf025",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"2024-09-16T23:52:08.946+00:00",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"2025-06-06T06:29:37.254+00:00",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budget_fa</a:t>
            </a:r>
            <a:r>
              <a:rPr lang="en-US" dirty="0"/>
              <a:t>",</a:t>
            </a:r>
          </a:p>
          <a:p>
            <a:r>
              <a:rPr lang="en-US" dirty="0"/>
              <a:t>                "name": "Budget FA",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"Koby",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"ff4c2d18-9c7b-4208-a0b5-4b9f1dfe8454",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"2022-09-08T21:13:25.205+00:00",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"2023-03-07T01:05:56.380+00:00",</a:t>
            </a:r>
          </a:p>
          <a:p>
            <a:r>
              <a:rPr lang="en-US" dirty="0"/>
              <a:t>                "key": "baseline_completed_renewals_q1",</a:t>
            </a:r>
          </a:p>
          <a:p>
            <a:r>
              <a:rPr lang="en-US" dirty="0"/>
              <a:t>                "name": "Baseline + Completed Renewals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"dynamic_field_2027-07",</a:t>
            </a:r>
          </a:p>
          <a:p>
            <a:r>
              <a:rPr lang="en-US" dirty="0"/>
              <a:t>                "name": "dynamic_field_2027-07",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"f28efb15-7aa4-4ca5-a879-80cfe68f01e0",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"2022-07-08T03:17:32.011+00:00",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"2022-07-22T08:21:31.699+00:00",</a:t>
            </a:r>
          </a:p>
          <a:p>
            <a:r>
              <a:rPr lang="en-US" dirty="0"/>
              <a:t>                "key": "forecast_uplift_amount_q3",</a:t>
            </a:r>
          </a:p>
          <a:p>
            <a:r>
              <a:rPr lang="en-US" dirty="0"/>
              <a:t>                "name": "Forecast + Uplift Amount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"eab1c440-f371-4518-8b8b-4cd54ae0d880",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"2024-09-10T23:54:29.069+00:00",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"2025-06-06T06:27:35.468+00:00",</a:t>
            </a:r>
          </a:p>
          <a:p>
            <a:r>
              <a:rPr lang="en-US" dirty="0"/>
              <a:t>                "key": "final_forecasts_with_uplift_q2",</a:t>
            </a:r>
          </a:p>
          <a:p>
            <a:r>
              <a:rPr lang="en-US" dirty="0"/>
              <a:t>                "name": "Final Forecasts - with Uplift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"8d82bc05-fdcd-480e-b376-672a50bd7dc3",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"2022-03-22T04:51:57.807+00:00",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"2022-07-19T00:18:32.723+00:00",</a:t>
            </a:r>
          </a:p>
          <a:p>
            <a:r>
              <a:rPr lang="en-US" dirty="0"/>
              <a:t>                "key": "expected_change_amount_q1",</a:t>
            </a:r>
          </a:p>
          <a:p>
            <a:r>
              <a:rPr lang="en-US" dirty="0"/>
              <a:t>                "name": "Expected Increase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"0b71b696-a4d8-4796-af55-a49871d8c74f",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"2024-09-03T01:20:41.999+00:00",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"2024-09-03T01:20:41.999+00:00",</a:t>
            </a:r>
          </a:p>
          <a:p>
            <a:r>
              <a:rPr lang="en-US" dirty="0"/>
              <a:t>                "key": "commit_amount_q4",</a:t>
            </a:r>
          </a:p>
          <a:p>
            <a:r>
              <a:rPr lang="en-US" dirty="0"/>
              <a:t>                "name": "Commit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3330.0,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"a8890292-957d-4934-b921-3cc326ba9c42",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"2022-07-08T03:17:03.266+00:00",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"2022-07-22T08:21:05.601+00:00",</a:t>
            </a:r>
          </a:p>
          <a:p>
            <a:r>
              <a:rPr lang="en-US" dirty="0"/>
              <a:t>                "key": "forecast_uplift_amount_q2",</a:t>
            </a:r>
          </a:p>
          <a:p>
            <a:r>
              <a:rPr lang="en-US" dirty="0"/>
              <a:t>                "name": "Forecast + Uplift Amount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"c4651981-e095-4edc-b4e1-57b946e1413a",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"2024-09-10T23:54:20.480+00:00",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"2025-06-06T06:27:33.463+00:00",</a:t>
            </a:r>
          </a:p>
          <a:p>
            <a:r>
              <a:rPr lang="en-US" dirty="0"/>
              <a:t>                "key": "final_forecasts_with_uplift_q1",</a:t>
            </a:r>
          </a:p>
          <a:p>
            <a:r>
              <a:rPr lang="en-US" dirty="0"/>
              <a:t>                "name": "Final Forecasts - with Uplift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"dynamic_field_2026-08",</a:t>
            </a:r>
          </a:p>
          <a:p>
            <a:r>
              <a:rPr lang="en-US" dirty="0"/>
              <a:t>                "name": "dynamic_field_2026-08",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"b8172bff-2615-44fd-9a86-6702e3ffdf25",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"2023-04-06T21:13:43.856+00:00",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"2025-06-06T06:25:33.398+00:00",</a:t>
            </a:r>
          </a:p>
          <a:p>
            <a:r>
              <a:rPr lang="en-US" dirty="0"/>
              <a:t>                "key": "name",</a:t>
            </a:r>
          </a:p>
          <a:p>
            <a:r>
              <a:rPr lang="en-US" dirty="0"/>
              <a:t>                "name": "Name",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"SHI LLC TEST",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"d0629145-e689-4e20-8e50-2e2f00a6d8c3",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"2022-09-08T21:14:48.704+00:00",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"2023-03-07T01:06:08.041+00:00",</a:t>
            </a:r>
          </a:p>
          <a:p>
            <a:r>
              <a:rPr lang="en-US" dirty="0"/>
              <a:t>                "key": "baseline_completed_renewals_q4",</a:t>
            </a:r>
          </a:p>
          <a:p>
            <a:r>
              <a:rPr lang="en-US" dirty="0"/>
              <a:t>                "name": "Baseline + Completed Renewals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"dynamic_field_2025-08",</a:t>
            </a:r>
          </a:p>
          <a:p>
            <a:r>
              <a:rPr lang="en-US" dirty="0"/>
              <a:t>                "name": "dynamic_field_2025-08",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"cc23e17d-1eb6-43f4-9efe-2cde664a4ac2",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"2025-06-06T06:04:17.466+00:00",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"2025-06-06T06:04:17.466+00:00",</a:t>
            </a:r>
          </a:p>
          <a:p>
            <a:r>
              <a:rPr lang="en-US" dirty="0"/>
              <a:t>                "key": "finance_leader_l2",</a:t>
            </a:r>
          </a:p>
          <a:p>
            <a:r>
              <a:rPr lang="en-US" dirty="0"/>
              <a:t>                "name": "Finance Leader L2",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"Zoro)",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"dynamic_field_2026-10",</a:t>
            </a:r>
          </a:p>
          <a:p>
            <a:r>
              <a:rPr lang="en-US" dirty="0"/>
              <a:t>                "name": "dynamic_field_2026-10",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"c3bd65de-20c2-4e2e-92cc-f21e661cd87f",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"2022-05-18T20:32:01.450+00:00",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"2022-07-19T00:22:08.059+00:00",</a:t>
            </a:r>
          </a:p>
          <a:p>
            <a:r>
              <a:rPr lang="en-US" dirty="0"/>
              <a:t>                "key": "baseline_amount_q3",</a:t>
            </a:r>
          </a:p>
          <a:p>
            <a:r>
              <a:rPr lang="en-US" dirty="0"/>
              <a:t>                "name": "Baseline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"bbcb707e-4427-4354-9997-042ae8ff01b5",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"2022-03-22T04:52:41.870+00:00",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"2022-07-19T00:19:12.872+00:00",</a:t>
            </a:r>
          </a:p>
          <a:p>
            <a:r>
              <a:rPr lang="en-US" dirty="0"/>
              <a:t>                "key": "expected_change_amount_q3",</a:t>
            </a:r>
          </a:p>
          <a:p>
            <a:r>
              <a:rPr lang="en-US" dirty="0"/>
              <a:t>                "name": "Expected Increase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"4f893e08-774d-4315-89b2-2d335c16fe76",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"2024-09-10T23:56:20.429+00:00",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"2025-06-06T06:28:23.039+00:00",</a:t>
            </a:r>
          </a:p>
          <a:p>
            <a:r>
              <a:rPr lang="en-US" dirty="0"/>
              <a:t>                "key": "final_forecasts_without_uplift_q4",</a:t>
            </a:r>
          </a:p>
          <a:p>
            <a:r>
              <a:rPr lang="en-US" dirty="0"/>
              <a:t>                "name": "Final Forecasts - Exclude Uplift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"672e21aa-e262-4789-9873-0e6bd373edf2",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"2024-09-10T19:33:07.957+00:00",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"2024-10-15T16:50:19.838+00:00",</a:t>
            </a:r>
          </a:p>
          <a:p>
            <a:r>
              <a:rPr lang="en-US" dirty="0"/>
              <a:t>                "key": "price_change_q1",</a:t>
            </a:r>
          </a:p>
          <a:p>
            <a:r>
              <a:rPr lang="en-US" dirty="0"/>
              <a:t>                "name": "Price Change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"7c329599-059b-4225-80b3-7eb9da3cfecc",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"2024-09-10T19:41:26.516+00:00",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"2024-10-15T16:52:16.278+00:00",</a:t>
            </a:r>
          </a:p>
          <a:p>
            <a:r>
              <a:rPr lang="en-US" dirty="0"/>
              <a:t>                "key": "expansion_q1",</a:t>
            </a:r>
          </a:p>
          <a:p>
            <a:r>
              <a:rPr lang="en-US" dirty="0"/>
              <a:t>                "name": "Expansion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"ace726b2-814f-4968-b824-812da2b34022",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"2022-06-01T23:44:23.307+00:00",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"2025-06-06T06:23:00.903+00:00",</a:t>
            </a:r>
          </a:p>
          <a:p>
            <a:r>
              <a:rPr lang="en-US" dirty="0"/>
              <a:t>                "key": "forecast_amount_q2",</a:t>
            </a:r>
          </a:p>
          <a:p>
            <a:r>
              <a:rPr lang="en-US" dirty="0"/>
              <a:t>                "name": "Forecast Amount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"5d83832e-0c83-4b35-a43c-f13b25f23b84",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"2022-06-01T23:44:10.088+00:00",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"2025-06-06T06:22:58.811+00:00",</a:t>
            </a:r>
          </a:p>
          <a:p>
            <a:r>
              <a:rPr lang="en-US" dirty="0"/>
              <a:t>                "key": "forecast_amount_q1",</a:t>
            </a:r>
          </a:p>
          <a:p>
            <a:r>
              <a:rPr lang="en-US" dirty="0"/>
              <a:t>                "name": "Forecast Amount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"3d86ef2c-0386-40b0-9f6e-3c94333e23e5",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"2022-03-22T04:52:16.256+00:00",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"2022-07-19T00:18:56.317+00:00",</a:t>
            </a:r>
          </a:p>
          <a:p>
            <a:r>
              <a:rPr lang="en-US" dirty="0"/>
              <a:t>                "key": "expected_change_amount_q2",</a:t>
            </a:r>
          </a:p>
          <a:p>
            <a:r>
              <a:rPr lang="en-US" dirty="0"/>
              <a:t>                "name": "Expected Increase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"dynamic_field_2026-09",</a:t>
            </a:r>
          </a:p>
          <a:p>
            <a:r>
              <a:rPr lang="en-US" dirty="0"/>
              <a:t>                "name": "dynamic_field_2026-09",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"bcff42ed-af00-4f4e-81ab-445cccb989ac",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"2022-05-18T18:26:40.719+00:00",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"2022-05-18T18:26:40.719+00:00",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fiscal_year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"Fiscal Year",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true,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"FY26",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"74cc61f9-9e4c-4af5-bd95-ce102add026e",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"2022-07-08T03:25:48.856+00:00",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"2022-09-07T20:08:01.645+00:00",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acv_increase_decrease</a:t>
            </a:r>
            <a:r>
              <a:rPr lang="en-US" dirty="0"/>
              <a:t>",</a:t>
            </a:r>
          </a:p>
          <a:p>
            <a:r>
              <a:rPr lang="en-US" dirty="0"/>
              <a:t>                "name": "ACV Increase/Decrease",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"729e0ef7-a1a8-489a-bd5a-009af4da1481",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"2022-06-01T23:49:08.210+00:00",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"2022-06-01T23:49:08.210+00:00",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Amount",</a:t>
            </a:r>
          </a:p>
          <a:p>
            <a:r>
              <a:rPr lang="en-US" dirty="0"/>
              <a:t>                "type": "DECIMAL",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"4f9adccc-b20f-43c6-8427-dbcfc68b129a",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"2022-07-08T03:18:50.881+00:00",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"2022-07-22T08:21:42.502+00:00",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forecast_uplift_total_amount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"Forecast + Uplift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"f99470de-e416-4840-bb70-c2e2876ec029",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"2024-09-10T19:18:17.007+00:00",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"2025-06-06T06:26:26.761+00:00",</a:t>
            </a:r>
          </a:p>
          <a:p>
            <a:r>
              <a:rPr lang="en-US" dirty="0"/>
              <a:t>                "key": "actuals_amount_q1",</a:t>
            </a:r>
          </a:p>
          <a:p>
            <a:r>
              <a:rPr lang="en-US" dirty="0"/>
              <a:t>                "name": "Actuals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"f15b7cd4-88df-4dc4-be47-24b8adc98253",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"2024-09-10T23:56:33.437+00:00",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"2025-06-06T06:28:30.649+00:00",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final_forecasts_without_uplift_total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"Final Forecasts - Exclude Uplift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"4af0a099-dc65-4e97-a24c-d7eef6dbf3c2",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"2024-09-10T23:56:02.415+00:00",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"2025-06-06T06:28:03.313+00:00",</a:t>
            </a:r>
          </a:p>
          <a:p>
            <a:r>
              <a:rPr lang="en-US" dirty="0"/>
              <a:t>                "key": "final_forecasts_without_uplift_q2",</a:t>
            </a:r>
          </a:p>
          <a:p>
            <a:r>
              <a:rPr lang="en-US" dirty="0"/>
              <a:t>                "name": "Final Forecasts - Exclude Uplift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"09b72ab9-6041-4dee-8f9a-c6e649c1ec5e",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"2022-05-18T20:27:33.431+00:00",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"2022-05-18T20:27:33.431+00:00",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department_number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"Department Number",</a:t>
            </a:r>
          </a:p>
          <a:p>
            <a:r>
              <a:rPr lang="en-US" dirty="0"/>
              <a:t>                "type": "INTEGER",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2342324,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"3116bfdc-7410-4dd6-8e7b-4c536e1ab5d6",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"2025-06-06T06:05:57.961+00:00",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"2025-06-06T06:05:57.961+00:00",</a:t>
            </a:r>
          </a:p>
          <a:p>
            <a:r>
              <a:rPr lang="en-US" dirty="0"/>
              <a:t>                "key": "finance_leader_l4",</a:t>
            </a:r>
          </a:p>
          <a:p>
            <a:r>
              <a:rPr lang="en-US" dirty="0"/>
              <a:t>                "name": "Finance Leader L4",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"Nami",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"60a09408-475b-415a-b3e9-8f1bb05fc962",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"2025-08-20T04:40:52.983+00:00",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"2025-08-20T04:40:52.983+00:00",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signed_contract</a:t>
            </a:r>
            <a:r>
              <a:rPr lang="en-US" dirty="0"/>
              <a:t>",</a:t>
            </a:r>
          </a:p>
          <a:p>
            <a:r>
              <a:rPr lang="en-US" dirty="0"/>
              <a:t>                "name": "Signed Contract",</a:t>
            </a:r>
          </a:p>
          <a:p>
            <a:r>
              <a:rPr lang="en-US" dirty="0"/>
              <a:t>                "type": "BOOLEAN",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"a3eb560c-8533-4282-97bd-0e6063949d33",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"2024-09-10T19:37:30.859+00:00",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"2024-10-15T16:51:23.474+00:00",</a:t>
            </a:r>
          </a:p>
          <a:p>
            <a:r>
              <a:rPr lang="en-US" dirty="0"/>
              <a:t>                "key": "volume_change_q2",</a:t>
            </a:r>
          </a:p>
          <a:p>
            <a:r>
              <a:rPr lang="en-US" dirty="0"/>
              <a:t>                "name": "Volume Change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"f535c68d-75f2-485a-b08a-218d90f28123",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"2023-04-06T21:13:24.002+00:00",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"2023-04-06T21:13:24.002+00:00",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ignore_auto_amort</a:t>
            </a:r>
            <a:r>
              <a:rPr lang="en-US" dirty="0"/>
              <a:t>",</a:t>
            </a:r>
          </a:p>
          <a:p>
            <a:r>
              <a:rPr lang="en-US" dirty="0"/>
              <a:t>                "name": "Overwrite Amortization Schedule",</a:t>
            </a:r>
          </a:p>
          <a:p>
            <a:r>
              <a:rPr lang="en-US" dirty="0"/>
              <a:t>                "type": "BOOLEAN",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"535c2179-b36c-4c09-a27b-b9e07ec03c35",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"2022-10-13T16:15:58.052+00:00",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"2024-09-11T19:29:26.566+00:00",</a:t>
            </a:r>
          </a:p>
          <a:p>
            <a:r>
              <a:rPr lang="en-US" dirty="0"/>
              <a:t>                "key": "onex_level4_name",</a:t>
            </a:r>
          </a:p>
          <a:p>
            <a:r>
              <a:rPr lang="en-US" dirty="0"/>
              <a:t>                "name": "Level 4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"Sanji",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"115fa696-49ca-4e8e-9bc7-c1400bc74dc8",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"2025-06-06T06:06:44.715+00:00",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"2025-06-06T06:06:44.715+00:00",</a:t>
            </a:r>
          </a:p>
          <a:p>
            <a:r>
              <a:rPr lang="en-US" dirty="0"/>
              <a:t>                "key": "finance_leader_l5",</a:t>
            </a:r>
          </a:p>
          <a:p>
            <a:r>
              <a:rPr lang="en-US" dirty="0"/>
              <a:t>                "name": "Finance Leader L5",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"Robin",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"3521ac5a-e685-4d3b-88e8-70025ebe66bf",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"2024-09-10T19:37:20.004+00:00",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"2024-10-15T16:51:12.571+00:00",</a:t>
            </a:r>
          </a:p>
          <a:p>
            <a:r>
              <a:rPr lang="en-US" dirty="0"/>
              <a:t>                "key": "volume_change_q1",</a:t>
            </a:r>
          </a:p>
          <a:p>
            <a:r>
              <a:rPr lang="en-US" dirty="0"/>
              <a:t>                "name": "Volume Change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"922cb62b-74cc-4270-a35a-bcbe3e0f8f53",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"2022-09-08T21:15:37.333+00:00",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"2022-09-08T21:15:37.333+00:00",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baseline_completed_renewals_total_amount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"Baseline + Completed Renewals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"4642c252-54cc-4c49-a05e-df4bc28eb6b4",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"2022-05-18T20:31:46.201+00:00",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"2022-07-19T00:21:46.325+00:00",</a:t>
            </a:r>
          </a:p>
          <a:p>
            <a:r>
              <a:rPr lang="en-US" dirty="0"/>
              <a:t>                "key": "baseline_amount_q2",</a:t>
            </a:r>
          </a:p>
          <a:p>
            <a:r>
              <a:rPr lang="en-US" dirty="0"/>
              <a:t>                "name": "Baseline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"e1ac0c94-bade-4510-97ec-1cbf1bca861a",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"2024-09-10T23:55:53.725+00:00",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"2025-06-06T06:27:56.369+00:00",</a:t>
            </a:r>
          </a:p>
          <a:p>
            <a:r>
              <a:rPr lang="en-US" dirty="0"/>
              <a:t>                "key": "final_forecasts_without_uplift_q1",</a:t>
            </a:r>
          </a:p>
          <a:p>
            <a:r>
              <a:rPr lang="en-US" dirty="0"/>
              <a:t>                "name": "Final Forecasts - Exclude Uplift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"48257016-09bd-4ca8-baeb-a19619ccb7cc",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"2024-09-10T19:34:27.068+00:00",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"2024-10-15T16:51:00.223+00:00",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price_change_total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"Price Change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"02d3feb1-f209-4074-be1d-28fbb8814ffc",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"2024-09-10T19:37:48.057+00:00",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"2024-10-15T16:51:41.431+00:00",</a:t>
            </a:r>
          </a:p>
          <a:p>
            <a:r>
              <a:rPr lang="en-US" dirty="0"/>
              <a:t>                "key": "volume_change_q4",</a:t>
            </a:r>
          </a:p>
          <a:p>
            <a:r>
              <a:rPr lang="en-US" dirty="0"/>
              <a:t>                "name": "Volume Change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"dynamic_field_2027-02",</a:t>
            </a:r>
          </a:p>
          <a:p>
            <a:r>
              <a:rPr lang="en-US" dirty="0"/>
              <a:t>                "name": "dynamic_field_2027-02",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"dynamic_field_2027-04",</a:t>
            </a:r>
          </a:p>
          <a:p>
            <a:r>
              <a:rPr lang="en-US" dirty="0"/>
              <a:t>                "name": "dynamic_field_2027-04",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"dynamic_field_2025-09",</a:t>
            </a:r>
          </a:p>
          <a:p>
            <a:r>
              <a:rPr lang="en-US" dirty="0"/>
              <a:t>                "name": "dynamic_field_2025-09",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"0150edde-108e-45cb-805d-0d8fbae80086",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"2022-06-01T23:51:34.676+00:00",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"2025-06-06T06:22:25.112+00:00",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po_term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Term (Months)",</a:t>
            </a:r>
          </a:p>
          <a:p>
            <a:r>
              <a:rPr lang="en-US" dirty="0"/>
              <a:t>                "type": "INTEGER",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2,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"41262d25-fac3-4348-8ffb-de43d3a24e62",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"2022-03-22T04:53:22.107+00:00",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"2022-07-19T00:19:25.198+00:00",</a:t>
            </a:r>
          </a:p>
          <a:p>
            <a:r>
              <a:rPr lang="en-US" dirty="0"/>
              <a:t>                "key": "expected_change_amount_q4",</a:t>
            </a:r>
          </a:p>
          <a:p>
            <a:r>
              <a:rPr lang="en-US" dirty="0"/>
              <a:t>                "name": "Expected Increase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"9bfecff4-874d-4cdb-998c-03f9f4d16fb9",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"2024-06-12T22:18:50.704+00:00",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"2024-09-11T19:28:07.860+00:00",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elt_leader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"Level 2 Leader",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"brook",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"9fabd986-c731-4fe4-a757-f5aa2a49f1cb",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"2024-09-10T23:56:12.892+00:00",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"2025-06-06T06:28:12.488+00:00",</a:t>
            </a:r>
          </a:p>
          <a:p>
            <a:r>
              <a:rPr lang="en-US" dirty="0"/>
              <a:t>                "key": "final_forecasts_without_uplift_q3",</a:t>
            </a:r>
          </a:p>
          <a:p>
            <a:r>
              <a:rPr lang="en-US" dirty="0"/>
              <a:t>                "name": "Final Forecasts - Exclude Uplift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"c7942c03-8adb-4fec-8788-04cefa34a434",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"2024-04-03T23:48:44.054+00:00",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"2024-04-03T23:48:44.054+00:00",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actual_uplift</a:t>
            </a:r>
            <a:r>
              <a:rPr lang="en-US" dirty="0"/>
              <a:t>",</a:t>
            </a:r>
          </a:p>
          <a:p>
            <a:r>
              <a:rPr lang="en-US" dirty="0"/>
              <a:t>                "name": "Actual Uplift %",</a:t>
            </a:r>
          </a:p>
          <a:p>
            <a:r>
              <a:rPr lang="en-US" dirty="0"/>
              <a:t>                "type": "DECIMAL",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"dynamic_field_2027-06",</a:t>
            </a:r>
          </a:p>
          <a:p>
            <a:r>
              <a:rPr lang="en-US" dirty="0"/>
              <a:t>                "name": "dynamic_field_2027-06",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"21a5b93e-4336-4f4b-9827-a18072aedaa4",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"2022-09-29T00:40:40.449+00:00",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"2022-09-29T00:40:40.449+00:00",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last_updated</a:t>
            </a:r>
            <a:r>
              <a:rPr lang="en-US" dirty="0"/>
              <a:t>",</a:t>
            </a:r>
          </a:p>
          <a:p>
            <a:r>
              <a:rPr lang="en-US" dirty="0"/>
              <a:t>                "name": "Last Updated",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1759123690708,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"956ae313-33c6-44f4-a951-7826ff209f83",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"2025-05-08T05:06:55.839+00:00",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"2025-06-06T06:30:18.972+00:00",</a:t>
            </a:r>
          </a:p>
          <a:p>
            <a:r>
              <a:rPr lang="en-US" dirty="0"/>
              <a:t>                "key": "node_level3_name",</a:t>
            </a:r>
          </a:p>
          <a:p>
            <a:r>
              <a:rPr lang="en-US" dirty="0"/>
              <a:t>                "name": "Node Level 3",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"Chopper",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"8f7a462c-7e11-422a-a659-f1ec1e4383cf",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"2025-05-08T05:06:40.711+00:00",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"2025-06-06T06:30:04.163+00:00",</a:t>
            </a:r>
          </a:p>
          <a:p>
            <a:r>
              <a:rPr lang="en-US" dirty="0"/>
              <a:t>                "key": "node_level2_name",</a:t>
            </a:r>
          </a:p>
          <a:p>
            <a:r>
              <a:rPr lang="en-US" dirty="0"/>
              <a:t>                "name": "Node Level 2",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"Jimbe",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"a2e3793d-46e3-41a4-a8c1-8acd81e48063",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"2024-09-10T19:42:04.395+00:00",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"2024-10-15T16:52:49.595+00:00",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expansion_total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"Expansion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"9f37833e-9773-485f-a11f-ef9e67408693",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"2024-09-10T19:46:29.980+00:00",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"2025-06-06T06:27:02.271+00:00",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total_uplift_percentage</a:t>
            </a:r>
            <a:r>
              <a:rPr lang="en-US" dirty="0"/>
              <a:t>",</a:t>
            </a:r>
          </a:p>
          <a:p>
            <a:r>
              <a:rPr lang="en-US" dirty="0"/>
              <a:t>                "name": "Total Uplift %",</a:t>
            </a:r>
          </a:p>
          <a:p>
            <a:r>
              <a:rPr lang="en-US" dirty="0"/>
              <a:t>                "type": "DECIMAL",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"1c3ea0b1-236c-4f9a-bb9d-b62ec1bcf8de",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"2025-01-22T08:11:31.152+00:00",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"2025-10-05T17:49:11.928+00:00",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central_noncentral_sw</a:t>
            </a:r>
            <a:r>
              <a:rPr lang="en-US" dirty="0"/>
              <a:t>",</a:t>
            </a:r>
          </a:p>
          <a:p>
            <a:r>
              <a:rPr lang="en-US" dirty="0"/>
              <a:t>                "name": "Central / Non-Central SW",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"Central Software",</a:t>
            </a:r>
          </a:p>
          <a:p>
            <a:r>
              <a:rPr lang="en-US" dirty="0"/>
              <a:t>                    "Non-Central Software"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"Non-Central Software",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"b200853f-bf79-4f99-a9ba-08c6a09ab38b",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"2024-09-10T19:18:28.804+00:00",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"2025-06-06T06:26:29.919+00:00",</a:t>
            </a:r>
          </a:p>
          <a:p>
            <a:r>
              <a:rPr lang="en-US" dirty="0"/>
              <a:t>                "key": "actuals_amount_q2",</a:t>
            </a:r>
          </a:p>
          <a:p>
            <a:r>
              <a:rPr lang="en-US" dirty="0"/>
              <a:t>                "name": "Actuals Amount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"897661f9-16ff-43a6-b582-c7adb5f61b37",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"2022-10-13T16:18:11.890+00:00",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"2022-10-13T16:18:11.890+00:00",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product_owner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"Product Owner",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"Roger",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"3c2e7fd7-a321-4e5a-a17a-b7f948dbff3c",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"2024-09-10T19:33:17.666+00:00",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"2024-10-15T16:50:29.292+00:00",</a:t>
            </a:r>
          </a:p>
          <a:p>
            <a:r>
              <a:rPr lang="en-US" dirty="0"/>
              <a:t>                "key": "price_change_q2",</a:t>
            </a:r>
          </a:p>
          <a:p>
            <a:r>
              <a:rPr lang="en-US" dirty="0"/>
              <a:t>                "name": "Price Change - Q2",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"fe11d24b-9457-4e10-b3b0-2edafe0e7105",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"2024-09-10T19:37:39.857+00:00",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"2024-10-15T16:51:33.880+00:00",</a:t>
            </a:r>
          </a:p>
          <a:p>
            <a:r>
              <a:rPr lang="en-US" dirty="0"/>
              <a:t>                "key": "volume_change_q3",</a:t>
            </a:r>
          </a:p>
          <a:p>
            <a:r>
              <a:rPr lang="en-US" dirty="0"/>
              <a:t>                "name": "Volume Change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"fbc3b98f-2e43-46e1-9681-a188ef3801f8",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"2023-07-13T17:14:52.648+00:00",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"2025-02-11T06:55:10.032+00:00",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forecasted_renewal_value_w_uplift</a:t>
            </a:r>
            <a:r>
              <a:rPr lang="en-US" dirty="0"/>
              <a:t>",</a:t>
            </a:r>
          </a:p>
          <a:p>
            <a:r>
              <a:rPr lang="en-US" dirty="0"/>
              <a:t>                "name": "Forecasted Renewal Value w/ Uplift",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"dynamic_field_2027-01",</a:t>
            </a:r>
          </a:p>
          <a:p>
            <a:r>
              <a:rPr lang="en-US" dirty="0"/>
              <a:t>                "name": "dynamic_field_2027-01",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"ab617c49-9890-436c-91a5-38e3e8647643",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"2024-09-10T19:33:58.584+00:00",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"2024-10-15T16:50:50.280+00:00",</a:t>
            </a:r>
          </a:p>
          <a:p>
            <a:r>
              <a:rPr lang="en-US" dirty="0"/>
              <a:t>                "key": "price_change_q4",</a:t>
            </a:r>
          </a:p>
          <a:p>
            <a:r>
              <a:rPr lang="en-US" dirty="0"/>
              <a:t>                "name": "Price Change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"ac868e2d-723a-4806-8433-ac5eb00d161a",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"2024-09-10T19:33:31.903+00:00",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"2024-10-15T16:50:41.190+00:00",</a:t>
            </a:r>
          </a:p>
          <a:p>
            <a:r>
              <a:rPr lang="en-US" dirty="0"/>
              <a:t>                "key": "price_change_q3",</a:t>
            </a:r>
          </a:p>
          <a:p>
            <a:r>
              <a:rPr lang="en-US" dirty="0"/>
              <a:t>                "name": "Price Change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"9f37f734-a622-4cd9-8e5a-be988303623d",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"2022-05-18T20:32:21.897+00:00",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"2022-07-19T00:22:30.080+00:00",</a:t>
            </a:r>
          </a:p>
          <a:p>
            <a:r>
              <a:rPr lang="en-US" dirty="0"/>
              <a:t>                "key": "baseline_amount_q4",</a:t>
            </a:r>
          </a:p>
          <a:p>
            <a:r>
              <a:rPr lang="en-US" dirty="0"/>
              <a:t>                "name": "Baseline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"e05e7a91-2e24-4497-8dba-7e833e01629f",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"2022-06-01T23:50:50.607+00:00",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"2022-06-01T23:50:50.607+00:00",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po_start_date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Start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"77fcca5c-02d8-4cda-9286-68fd4a13cac9",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"2024-09-10T19:38:01.626+00:00",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"2024-10-15T16:51:53.804+00:00",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volume_change_total</a:t>
            </a:r>
            <a:r>
              <a:rPr lang="en-US" dirty="0"/>
              <a:t>",</a:t>
            </a:r>
          </a:p>
          <a:p>
            <a:r>
              <a:rPr lang="en-US" dirty="0"/>
              <a:t>                "name": "Volume Change Total",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"e6ba5049-b4e7-4c6b-9443-d2d98fcce1a2",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"2025-05-08T05:07:11.674+00:00",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"2025-06-06T06:30:12.610+00:00",</a:t>
            </a:r>
          </a:p>
          <a:p>
            <a:r>
              <a:rPr lang="en-US" dirty="0"/>
              <a:t>                "key": "node_level4_name",</a:t>
            </a:r>
          </a:p>
          <a:p>
            <a:r>
              <a:rPr lang="en-US" dirty="0"/>
              <a:t>                "name": "Node Level 4",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"White beard",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"999e57a3-dc84-4176-be02-ee1c29948f4e",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"2024-09-10T19:18:37.910+00:00",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"2025-06-06T06:26:33.799+00:00",</a:t>
            </a:r>
          </a:p>
          <a:p>
            <a:r>
              <a:rPr lang="en-US" dirty="0"/>
              <a:t>                "key": "actuals_amount_q3",</a:t>
            </a:r>
          </a:p>
          <a:p>
            <a:r>
              <a:rPr lang="en-US" dirty="0"/>
              <a:t>                "name": "Actuals Amount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"1514c462-3c3e-469b-827c-deb4af85ce52",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"2022-10-13T16:17:26.910+00:00",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"2025-10-05T17:49:11.477+00:00",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cogs_or_opex</a:t>
            </a:r>
            <a:r>
              <a:rPr lang="en-US" dirty="0"/>
              <a:t>",</a:t>
            </a:r>
          </a:p>
          <a:p>
            <a:r>
              <a:rPr lang="en-US" dirty="0"/>
              <a:t>                "name": "COGS / OPEX",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"OPEX",</a:t>
            </a:r>
          </a:p>
          <a:p>
            <a:r>
              <a:rPr lang="en-US" dirty="0"/>
              <a:t>                    "COGS_CX COGS",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COGS_Manufacturing</a:t>
            </a:r>
            <a:r>
              <a:rPr lang="en-US" dirty="0"/>
              <a:t>",</a:t>
            </a:r>
          </a:p>
          <a:p>
            <a:r>
              <a:rPr lang="en-US" dirty="0"/>
              <a:t>                    "SC COGS",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COGS_Product</a:t>
            </a:r>
            <a:r>
              <a:rPr lang="en-US" dirty="0"/>
              <a:t> Std Cost",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COGS_Service</a:t>
            </a:r>
            <a:r>
              <a:rPr lang="en-US" dirty="0"/>
              <a:t>",</a:t>
            </a:r>
          </a:p>
          <a:p>
            <a:r>
              <a:rPr lang="en-US" dirty="0"/>
              <a:t>                    "COGS",</a:t>
            </a:r>
          </a:p>
          <a:p>
            <a:r>
              <a:rPr lang="en-US" dirty="0"/>
              <a:t>                    "CX COGS"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"COGS_CX COGS",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"bff11eee-5e16-4753-82b9-fb9815593152",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"2022-06-01T23:45:38.149+00:00",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"2025-06-06T06:23:32.000+00:00",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forecast_total_amount</a:t>
            </a:r>
            <a:r>
              <a:rPr lang="en-US" dirty="0"/>
              <a:t>",</a:t>
            </a:r>
          </a:p>
          <a:p>
            <a:r>
              <a:rPr lang="en-US" dirty="0"/>
              <a:t>                "name": "Forecast Total Amount",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"dynamic_field_2025-11",</a:t>
            </a:r>
          </a:p>
          <a:p>
            <a:r>
              <a:rPr lang="en-US" dirty="0"/>
              <a:t>                "name": "dynamic_field_2025-11",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"fd235117-d9ea-4b34-95cc-b80e2ffab375",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"2024-09-10T19:18:47.713+00:00",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"2025-06-06T06:26:38.021+00:00",</a:t>
            </a:r>
          </a:p>
          <a:p>
            <a:r>
              <a:rPr lang="en-US" dirty="0"/>
              <a:t>                "key": "actuals_amount_q4",</a:t>
            </a:r>
          </a:p>
          <a:p>
            <a:r>
              <a:rPr lang="en-US" dirty="0"/>
              <a:t>                "name": "Actuals Amount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"c5d8903e-1540-4b40-abba-1880e6201b02",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"2024-09-10T23:54:49.492+00:00",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"2025-06-06T06:27:39.696+00:00",</a:t>
            </a:r>
          </a:p>
          <a:p>
            <a:r>
              <a:rPr lang="en-US" dirty="0"/>
              <a:t>                "key": "final_forecasts_with_uplift_q4",</a:t>
            </a:r>
          </a:p>
          <a:p>
            <a:r>
              <a:rPr lang="en-US" dirty="0"/>
              <a:t>                "name": "Final Forecasts - with Uplift - Q4",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"3f179a5e-372b-4a26-a734-55f7d2699761",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"2025-05-08T05:07:32.514+00:00",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"2025-06-06T06:30:15.905+00:00",</a:t>
            </a:r>
          </a:p>
          <a:p>
            <a:r>
              <a:rPr lang="en-US" dirty="0"/>
              <a:t>                "key": "node_level5_name",</a:t>
            </a:r>
          </a:p>
          <a:p>
            <a:r>
              <a:rPr lang="en-US" dirty="0"/>
              <a:t>                "name": "Node Level 5",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"Buggy",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"8771ab76-aa62-4d11-af8d-8e42474b4040",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"2024-01-25T05:44:57.723+00:00",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"2024-01-25T05:44:57.723+00:00",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parent_software_publisher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"Parent Software Publisher",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"SHI",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"688bd795c8a6f43868910554"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"15b9360f-3fa9-4b97-beaa-d0546fa1dfee",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"2022-06-01T23:51:59.626+00:00",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"2025-03-21T03:04:31.771+00:00",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bk_financial_account_code</a:t>
            </a:r>
            <a:r>
              <a:rPr lang="en-US" dirty="0"/>
              <a:t>",</a:t>
            </a:r>
          </a:p>
          <a:p>
            <a:r>
              <a:rPr lang="en-US" dirty="0"/>
              <a:t>                "name": "GL Account",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"123",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"16d26ba2-7cfe-4fff-b1c7-217d85e92bd7",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"2024-09-10T23:54:41.056+00:00",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"2025-06-06T06:27:21.838+00:00",</a:t>
            </a:r>
          </a:p>
          <a:p>
            <a:r>
              <a:rPr lang="en-US" dirty="0"/>
              <a:t>                "key": "final_forecasts_with_uplift_q3",</a:t>
            </a:r>
          </a:p>
          <a:p>
            <a:r>
              <a:rPr lang="en-US" dirty="0"/>
              <a:t>                "name": "Final Forecasts - with Uplift - Q3",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"573d5afc-c93f-41af-a8a3-1f376a9891f7",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"2025-06-06T06:04:42.626+00:00",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"2025-06-06T06:04:42.626+00:00",</a:t>
            </a:r>
          </a:p>
          <a:p>
            <a:r>
              <a:rPr lang="en-US" dirty="0"/>
              <a:t>                "key": "finance_leader_l3",</a:t>
            </a:r>
          </a:p>
          <a:p>
            <a:r>
              <a:rPr lang="en-US" dirty="0"/>
              <a:t>                "name": "Finance Leader L3",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 </a:t>
            </a:r>
            <a:r>
              <a:rPr lang="en-US" dirty="0" err="1"/>
              <a:t>linlin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"aeb56c80-a81c-4bc1-8b07-f5835f7b913b",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"2025-06-06T06:07:40.164+00:00",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"2025-06-06T06:07:40.164+00:00",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department_name</a:t>
            </a:r>
            <a:r>
              <a:rPr lang="en-US" dirty="0"/>
              <a:t>",</a:t>
            </a:r>
          </a:p>
          <a:p>
            <a:r>
              <a:rPr lang="en-US" dirty="0"/>
              <a:t>                "name": "Department Name",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"CTEST",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"dynamic_field_2027-05",</a:t>
            </a:r>
          </a:p>
          <a:p>
            <a:r>
              <a:rPr lang="en-US" dirty="0"/>
              <a:t>                "name": "dynamic_field_2027-05",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"55cb03fc-a4ad-4cd6-954c-ed296146c387",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"2022-06-01T23:54:14.112+00:00",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"2025-10-05T17:49:11.384+00:00",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po_approval_level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Approval Level",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"Executive Vice President/President/Chief Operation Officer",</a:t>
            </a:r>
          </a:p>
          <a:p>
            <a:r>
              <a:rPr lang="en-US" dirty="0"/>
              <a:t>                    "PO Opened",</a:t>
            </a:r>
          </a:p>
          <a:p>
            <a:r>
              <a:rPr lang="en-US" dirty="0"/>
              <a:t>                    "Senior Vice President",</a:t>
            </a:r>
          </a:p>
          <a:p>
            <a:r>
              <a:rPr lang="en-US" dirty="0"/>
              <a:t>                    "Director",</a:t>
            </a:r>
          </a:p>
          <a:p>
            <a:r>
              <a:rPr lang="en-US" dirty="0"/>
              <a:t>                    "Vice President",</a:t>
            </a:r>
          </a:p>
          <a:p>
            <a:r>
              <a:rPr lang="en-US" dirty="0"/>
              <a:t>                    "Manager",</a:t>
            </a:r>
          </a:p>
          <a:p>
            <a:r>
              <a:rPr lang="en-US" dirty="0"/>
              <a:t>                    "CEO",</a:t>
            </a:r>
          </a:p>
          <a:p>
            <a:r>
              <a:rPr lang="en-US" dirty="0"/>
              <a:t>                    "Board of Directors"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"Manager",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"dynamic_field_2027-03",</a:t>
            </a:r>
          </a:p>
          <a:p>
            <a:r>
              <a:rPr lang="en-US" dirty="0"/>
              <a:t>                "name": "dynamic_field_2027-03",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"bb7f2243-c802-4983-9d4b-ee1acfb63c83",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"2022-10-13T16:18:34.999+00:00",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"2025-06-06T06:25:07.367+00:00",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finance_controller</a:t>
            </a:r>
            <a:r>
              <a:rPr lang="en-US" dirty="0"/>
              <a:t>",</a:t>
            </a:r>
          </a:p>
          <a:p>
            <a:r>
              <a:rPr lang="en-US" dirty="0"/>
              <a:t>                "name": "Finance Controller",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</a:t>
            </a:r>
            <a:r>
              <a:rPr lang="en-US" dirty="0" err="1"/>
              <a:t>Kizaru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"8762f294-74f7-4be6-8920-659c05f6afd4",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"2023-04-06T21:14:01.714+00:00",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"2025-06-06T06:25:35.564+00:00",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po_fiscal_year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Fiscal Year",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"FY26",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"51dea62b-4cda-4b1a-b2b9-eb7755920582",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"2024-09-11T00:35:19.363+00:00",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"2025-10-05T17:49:11.794+00:00",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fromto_org_if_cross_charge</a:t>
            </a:r>
            <a:r>
              <a:rPr lang="en-US" dirty="0"/>
              <a:t>",</a:t>
            </a:r>
          </a:p>
          <a:p>
            <a:r>
              <a:rPr lang="en-US" dirty="0"/>
              <a:t>                "name": "From/To Org (if Cross Charge)",</a:t>
            </a:r>
          </a:p>
          <a:p>
            <a:r>
              <a:rPr lang="en-US" dirty="0"/>
              <a:t>                "type": "STRING",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"options": [</a:t>
            </a:r>
          </a:p>
          <a:p>
            <a:r>
              <a:rPr lang="en-US" dirty="0"/>
              <a:t>                    "Not XC",</a:t>
            </a:r>
          </a:p>
          <a:p>
            <a:r>
              <a:rPr lang="en-US" dirty="0"/>
              <a:t>                    "XC Within Org",</a:t>
            </a:r>
          </a:p>
          <a:p>
            <a:r>
              <a:rPr lang="en-US" dirty="0"/>
              <a:t>                    "XC Across Cisco"</a:t>
            </a:r>
          </a:p>
          <a:p>
            <a:r>
              <a:rPr lang="en-US" dirty="0"/>
              <a:t>                ],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"Not XC",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"77c1b2eb-2e2e-4b13-a4df-425ce336dd3d",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"2022-07-08T03:26:32.880+00:00",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"2022-09-07T20:08:23.028+00:00",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quote_to_contract_delta</a:t>
            </a:r>
            <a:r>
              <a:rPr lang="en-US" dirty="0"/>
              <a:t>",</a:t>
            </a:r>
          </a:p>
          <a:p>
            <a:r>
              <a:rPr lang="en-US" dirty="0"/>
              <a:t>                "name": "Quote to Contract Delta",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"c76d14fc-827b-4fb5-980a-095650f2ef91",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featureParentAttributeId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"84643afd-a241-4cb1-bd96-04c41a0d5e94",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"2022-07-08T03:16:24.228+00:00",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"2022-07-22T08:20:59.715+00:00",</a:t>
            </a:r>
          </a:p>
          <a:p>
            <a:r>
              <a:rPr lang="en-US" dirty="0"/>
              <a:t>                "key": "forecast_uplift_amount_q1",</a:t>
            </a:r>
          </a:p>
          <a:p>
            <a:r>
              <a:rPr lang="en-US" dirty="0"/>
              <a:t>                "name": "Forecast + Uplift Amount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true,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"3fe5f6d3-0daf-4409-9f40-e00fbdcd15c7",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"2024-09-03T01:19:42.383+00:00",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"2024-09-03T01:19:42.383+00:00",</a:t>
            </a:r>
          </a:p>
          <a:p>
            <a:r>
              <a:rPr lang="en-US" dirty="0"/>
              <a:t>                "key": "commit_amount_q1",</a:t>
            </a:r>
          </a:p>
          <a:p>
            <a:r>
              <a:rPr lang="en-US" dirty="0"/>
              <a:t>                "name": "Commit Amount - Q1",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"id": "0ff77df8-603b-424e-b004-ad29c1fde235",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createdDate</a:t>
            </a:r>
            <a:r>
              <a:rPr lang="en-US" dirty="0"/>
              <a:t>": "2022-06-01T23:51:01.634+00:00",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modifiedBy</a:t>
            </a:r>
            <a:r>
              <a:rPr lang="en-US" dirty="0"/>
              <a:t>": "</a:t>
            </a:r>
            <a:r>
              <a:rPr lang="en-US" dirty="0" err="1"/>
              <a:t>abc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modifiedDate</a:t>
            </a:r>
            <a:r>
              <a:rPr lang="en-US" dirty="0"/>
              <a:t>": "2022-06-01T23:51:01.634+00:00",</a:t>
            </a:r>
          </a:p>
          <a:p>
            <a:r>
              <a:rPr lang="en-US" dirty="0"/>
              <a:t>                "key": "</a:t>
            </a:r>
            <a:r>
              <a:rPr lang="en-US" dirty="0" err="1"/>
              <a:t>po_end_date</a:t>
            </a:r>
            <a:r>
              <a:rPr lang="en-US" dirty="0"/>
              <a:t>",</a:t>
            </a:r>
          </a:p>
          <a:p>
            <a:r>
              <a:rPr lang="en-US" dirty="0"/>
              <a:t>                "name": "PO End Date",</a:t>
            </a:r>
          </a:p>
          <a:p>
            <a:r>
              <a:rPr lang="en-US" dirty="0"/>
              <a:t>                "type": "DATETIME",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"key": "dynamic_field_2026-04",</a:t>
            </a:r>
          </a:p>
          <a:p>
            <a:r>
              <a:rPr lang="en-US" dirty="0"/>
              <a:t>                "name": "dynamic_field_2026-04",</a:t>
            </a:r>
          </a:p>
          <a:p>
            <a:r>
              <a:rPr lang="en-US" dirty="0"/>
              <a:t>                "type": "CURRENCY",</a:t>
            </a:r>
          </a:p>
          <a:p>
            <a:r>
              <a:rPr lang="en-US" dirty="0"/>
              <a:t>                "list": false,</a:t>
            </a:r>
          </a:p>
          <a:p>
            <a:r>
              <a:rPr lang="en-US" dirty="0"/>
              <a:t>                "indexed": false,</a:t>
            </a:r>
          </a:p>
          <a:p>
            <a:r>
              <a:rPr lang="en-US" dirty="0"/>
              <a:t>                "required":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readOnly</a:t>
            </a:r>
            <a:r>
              <a:rPr lang="en-US" dirty="0"/>
              <a:t>": false,</a:t>
            </a:r>
          </a:p>
          <a:p>
            <a:r>
              <a:rPr lang="en-US" dirty="0"/>
              <a:t>                "value":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sourceTemplate</a:t>
            </a:r>
            <a:r>
              <a:rPr lang="en-US" dirty="0"/>
              <a:t>": "</a:t>
            </a:r>
            <a:r>
              <a:rPr lang="en-US" dirty="0" err="1"/>
              <a:t>itam_asset_forecast_intake_po_row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parentId</a:t>
            </a:r>
            <a:r>
              <a:rPr lang="en-US" dirty="0"/>
              <a:t>": "2345789fnmaf634a184"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]</a:t>
            </a:r>
          </a:p>
          <a:p>
            <a:r>
              <a:rPr lang="en-US" dirty="0"/>
              <a:t>    ],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8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API:   </a:t>
            </a:r>
            <a:r>
              <a:rPr lang="en-US" dirty="0"/>
              <a:t>https://xyz.com/api/dataloader/v1/attributes/purchaseorders/getone/aggregateDetails</a:t>
            </a:r>
          </a:p>
          <a:p>
            <a:br>
              <a:rPr lang="en-US" dirty="0"/>
            </a:br>
            <a:r>
              <a:rPr lang="en-US" b="1" dirty="0"/>
              <a:t>Request Method:   </a:t>
            </a:r>
            <a:r>
              <a:rPr lang="en-US" dirty="0"/>
              <a:t>POST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Payload: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[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"</a:t>
            </a:r>
            <a:r>
              <a:rPr lang="en-US" dirty="0" err="1"/>
              <a:t>fiscalYear</a:t>
            </a:r>
            <a:r>
              <a:rPr lang="en-US" dirty="0"/>
              <a:t>": "FY26",</a:t>
            </a:r>
          </a:p>
          <a:p>
            <a:r>
              <a:rPr lang="en-US" dirty="0"/>
              <a:t>        "filter": {</a:t>
            </a:r>
          </a:p>
          <a:p>
            <a:r>
              <a:rPr lang="en-US" dirty="0"/>
              <a:t>            "</a:t>
            </a:r>
            <a:r>
              <a:rPr lang="en-US" dirty="0" err="1"/>
              <a:t>fields.po</a:t>
            </a:r>
            <a:r>
              <a:rPr lang="en-US" dirty="0"/>
              <a:t>": "GMT23SEP021"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</a:t>
            </a:r>
            <a:r>
              <a:rPr lang="en-US" dirty="0" err="1"/>
              <a:t>groupByfields</a:t>
            </a:r>
            <a:r>
              <a:rPr lang="en-US" dirty="0"/>
              <a:t>": {</a:t>
            </a:r>
          </a:p>
          <a:p>
            <a:r>
              <a:rPr lang="en-US" dirty="0"/>
              <a:t>            "</a:t>
            </a:r>
            <a:r>
              <a:rPr lang="en-US" dirty="0" err="1"/>
              <a:t>parent_id</a:t>
            </a:r>
            <a:r>
              <a:rPr lang="en-US" dirty="0"/>
              <a:t>": "$_id",</a:t>
            </a:r>
          </a:p>
          <a:p>
            <a:r>
              <a:rPr lang="en-US" dirty="0"/>
              <a:t>            "</a:t>
            </a:r>
            <a:r>
              <a:rPr lang="en-US" dirty="0" err="1"/>
              <a:t>group_id</a:t>
            </a:r>
            <a:r>
              <a:rPr lang="en-US" dirty="0"/>
              <a:t>": "$</a:t>
            </a:r>
            <a:r>
              <a:rPr lang="en-US" dirty="0" err="1"/>
              <a:t>groupId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expense_category</a:t>
            </a:r>
            <a:r>
              <a:rPr lang="en-US" dirty="0"/>
              <a:t>": "$</a:t>
            </a:r>
            <a:r>
              <a:rPr lang="en-US" dirty="0" err="1"/>
              <a:t>fields.expense_category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cost_pool</a:t>
            </a:r>
            <a:r>
              <a:rPr lang="en-US" dirty="0"/>
              <a:t>": "$</a:t>
            </a:r>
            <a:r>
              <a:rPr lang="en-US" dirty="0" err="1"/>
              <a:t>fields.cost_pool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sw_category</a:t>
            </a:r>
            <a:r>
              <a:rPr lang="en-US" dirty="0"/>
              <a:t>": "$</a:t>
            </a:r>
            <a:r>
              <a:rPr lang="en-US" dirty="0" err="1"/>
              <a:t>fields.sw_category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cogs_or_opex</a:t>
            </a:r>
            <a:r>
              <a:rPr lang="en-US" dirty="0"/>
              <a:t>": "$</a:t>
            </a:r>
            <a:r>
              <a:rPr lang="en-US" dirty="0" err="1"/>
              <a:t>fields.cogs_or_opex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elt_leader</a:t>
            </a:r>
            <a:r>
              <a:rPr lang="en-US" dirty="0"/>
              <a:t>": "$</a:t>
            </a:r>
            <a:r>
              <a:rPr lang="en-US" dirty="0" err="1"/>
              <a:t>fields.elt_leader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slt_leader</a:t>
            </a:r>
            <a:r>
              <a:rPr lang="en-US" dirty="0"/>
              <a:t>": "$</a:t>
            </a:r>
            <a:r>
              <a:rPr lang="en-US" dirty="0" err="1"/>
              <a:t>fields.slt_leader</a:t>
            </a:r>
            <a:r>
              <a:rPr lang="en-US" dirty="0"/>
              <a:t>",</a:t>
            </a:r>
          </a:p>
          <a:p>
            <a:r>
              <a:rPr lang="en-US" dirty="0"/>
              <a:t>            "onex_level4_name": "$fields.onex_level4_name",</a:t>
            </a:r>
          </a:p>
          <a:p>
            <a:r>
              <a:rPr lang="en-US" dirty="0"/>
              <a:t>            "onex_level5_name": "$fields.onex_level5_name",</a:t>
            </a:r>
          </a:p>
          <a:p>
            <a:r>
              <a:rPr lang="en-US" dirty="0"/>
              <a:t>            "onex_level6_name": "$fields.onex_level6_name",</a:t>
            </a:r>
          </a:p>
          <a:p>
            <a:r>
              <a:rPr lang="en-US" dirty="0"/>
              <a:t>            "</a:t>
            </a:r>
            <a:r>
              <a:rPr lang="en-US" dirty="0" err="1"/>
              <a:t>primary_contact</a:t>
            </a:r>
            <a:r>
              <a:rPr lang="en-US" dirty="0"/>
              <a:t>": "$</a:t>
            </a:r>
            <a:r>
              <a:rPr lang="en-US" dirty="0" err="1"/>
              <a:t>fields.primary_contact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po_term</a:t>
            </a:r>
            <a:r>
              <a:rPr lang="en-US" dirty="0"/>
              <a:t>": "$</a:t>
            </a:r>
            <a:r>
              <a:rPr lang="en-US" dirty="0" err="1"/>
              <a:t>fields.po_term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product_owner</a:t>
            </a:r>
            <a:r>
              <a:rPr lang="en-US" dirty="0"/>
              <a:t>": "$</a:t>
            </a:r>
            <a:r>
              <a:rPr lang="en-US" dirty="0" err="1"/>
              <a:t>fields.product_owner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type_of_uplift</a:t>
            </a:r>
            <a:r>
              <a:rPr lang="en-US" dirty="0"/>
              <a:t>": "$</a:t>
            </a:r>
            <a:r>
              <a:rPr lang="en-US" dirty="0" err="1"/>
              <a:t>fields.type_of_uplift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justification_for_uplift</a:t>
            </a:r>
            <a:r>
              <a:rPr lang="en-US" dirty="0"/>
              <a:t>": "$</a:t>
            </a:r>
            <a:r>
              <a:rPr lang="en-US" dirty="0" err="1"/>
              <a:t>fields.justification_for_uplift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itam_ce</a:t>
            </a:r>
            <a:r>
              <a:rPr lang="en-US" dirty="0"/>
              <a:t>": "$</a:t>
            </a:r>
            <a:r>
              <a:rPr lang="en-US" dirty="0" err="1"/>
              <a:t>fields.itam_ce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funding_source</a:t>
            </a:r>
            <a:r>
              <a:rPr lang="en-US" dirty="0"/>
              <a:t>": "$</a:t>
            </a:r>
            <a:r>
              <a:rPr lang="en-US" dirty="0" err="1"/>
              <a:t>fields.funding_source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gps_contact</a:t>
            </a:r>
            <a:r>
              <a:rPr lang="en-US" dirty="0"/>
              <a:t>": "$</a:t>
            </a:r>
            <a:r>
              <a:rPr lang="en-US" dirty="0" err="1"/>
              <a:t>features.fields.gps_contact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department_number</a:t>
            </a:r>
            <a:r>
              <a:rPr lang="en-US" dirty="0"/>
              <a:t>": "$</a:t>
            </a:r>
            <a:r>
              <a:rPr lang="en-US" dirty="0" err="1"/>
              <a:t>fields.department_number</a:t>
            </a:r>
            <a:r>
              <a:rPr lang="en-US" dirty="0"/>
              <a:t>",</a:t>
            </a:r>
          </a:p>
          <a:p>
            <a:r>
              <a:rPr lang="en-US" dirty="0"/>
              <a:t>            "po": "$</a:t>
            </a:r>
            <a:r>
              <a:rPr lang="en-US" dirty="0" err="1"/>
              <a:t>fields.po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po_fiscal_year</a:t>
            </a:r>
            <a:r>
              <a:rPr lang="en-US" dirty="0"/>
              <a:t>": "$</a:t>
            </a:r>
            <a:r>
              <a:rPr lang="en-US" dirty="0" err="1"/>
              <a:t>fields.po_fiscal_year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related_po</a:t>
            </a:r>
            <a:r>
              <a:rPr lang="en-US" dirty="0"/>
              <a:t>": "$</a:t>
            </a:r>
            <a:r>
              <a:rPr lang="en-US" dirty="0" err="1"/>
              <a:t>fields.related_po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po_title</a:t>
            </a:r>
            <a:r>
              <a:rPr lang="en-US" dirty="0"/>
              <a:t>": "$</a:t>
            </a:r>
            <a:r>
              <a:rPr lang="en-US" dirty="0" err="1"/>
              <a:t>fields.po_title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software_publisher</a:t>
            </a:r>
            <a:r>
              <a:rPr lang="en-US" dirty="0"/>
              <a:t>": "$</a:t>
            </a:r>
            <a:r>
              <a:rPr lang="en-US" dirty="0" err="1"/>
              <a:t>parentFieldsCopy.software_publisher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software_title</a:t>
            </a:r>
            <a:r>
              <a:rPr lang="en-US" dirty="0"/>
              <a:t>": "$</a:t>
            </a:r>
            <a:r>
              <a:rPr lang="en-US" dirty="0" err="1"/>
              <a:t>parentFieldsCopy.software_title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po_amount</a:t>
            </a:r>
            <a:r>
              <a:rPr lang="en-US" dirty="0"/>
              <a:t>": "$</a:t>
            </a:r>
            <a:r>
              <a:rPr lang="en-US" dirty="0" err="1"/>
              <a:t>fields.po_amount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budget_fa</a:t>
            </a:r>
            <a:r>
              <a:rPr lang="en-US" dirty="0"/>
              <a:t>": "$</a:t>
            </a:r>
            <a:r>
              <a:rPr lang="en-US" dirty="0" err="1"/>
              <a:t>fields.budget_fa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po_start_date</a:t>
            </a:r>
            <a:r>
              <a:rPr lang="en-US" dirty="0"/>
              <a:t>": "$</a:t>
            </a:r>
            <a:r>
              <a:rPr lang="en-US" dirty="0" err="1"/>
              <a:t>fields.po_start_date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po_end_date</a:t>
            </a:r>
            <a:r>
              <a:rPr lang="en-US" dirty="0"/>
              <a:t>": "$</a:t>
            </a:r>
            <a:r>
              <a:rPr lang="en-US" dirty="0" err="1"/>
              <a:t>fields.po_end_date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po_requester</a:t>
            </a:r>
            <a:r>
              <a:rPr lang="en-US" dirty="0"/>
              <a:t>": "$</a:t>
            </a:r>
            <a:r>
              <a:rPr lang="en-US" dirty="0" err="1"/>
              <a:t>fields.po_requester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bk_financial_account_code</a:t>
            </a:r>
            <a:r>
              <a:rPr lang="en-US" dirty="0"/>
              <a:t>": "$</a:t>
            </a:r>
            <a:r>
              <a:rPr lang="en-US" dirty="0" err="1"/>
              <a:t>fields.bk_financial_account_code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adjusted_po_end_date</a:t>
            </a:r>
            <a:r>
              <a:rPr lang="en-US" dirty="0"/>
              <a:t>": "$</a:t>
            </a:r>
            <a:r>
              <a:rPr lang="en-US" dirty="0" err="1"/>
              <a:t>fields.adjusted_po_end_date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adjusted_po_start_date</a:t>
            </a:r>
            <a:r>
              <a:rPr lang="en-US" dirty="0"/>
              <a:t>": "$</a:t>
            </a:r>
            <a:r>
              <a:rPr lang="en-US" dirty="0" err="1"/>
              <a:t>fields.adjusted_po_start_date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expected_renewal_duration</a:t>
            </a:r>
            <a:r>
              <a:rPr lang="en-US" dirty="0"/>
              <a:t>": "$</a:t>
            </a:r>
            <a:r>
              <a:rPr lang="en-US" dirty="0" err="1"/>
              <a:t>fields.expected_renewal_duration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fromto_org_if_cross_charge</a:t>
            </a:r>
            <a:r>
              <a:rPr lang="en-US" dirty="0"/>
              <a:t>": "$</a:t>
            </a:r>
            <a:r>
              <a:rPr lang="en-US" dirty="0" err="1"/>
              <a:t>fields.fromto_org_if_cross_charge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amortization_treatment</a:t>
            </a:r>
            <a:r>
              <a:rPr lang="en-US" dirty="0"/>
              <a:t>": "$</a:t>
            </a:r>
            <a:r>
              <a:rPr lang="en-US" dirty="0" err="1"/>
              <a:t>fields.amortization_treatment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incremental_or_renewal_comments</a:t>
            </a:r>
            <a:r>
              <a:rPr lang="en-US" dirty="0"/>
              <a:t>": "$</a:t>
            </a:r>
            <a:r>
              <a:rPr lang="en-US" dirty="0" err="1"/>
              <a:t>fields.incremental_or_renewal_comments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renewal_complete</a:t>
            </a:r>
            <a:r>
              <a:rPr lang="en-US" dirty="0"/>
              <a:t>": "$</a:t>
            </a:r>
            <a:r>
              <a:rPr lang="en-US" dirty="0" err="1"/>
              <a:t>fields.renewal_complete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opportunity_status</a:t>
            </a:r>
            <a:r>
              <a:rPr lang="en-US" dirty="0"/>
              <a:t>": "$</a:t>
            </a:r>
            <a:r>
              <a:rPr lang="en-US" dirty="0" err="1"/>
              <a:t>fields.opportunity_status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slt_strategic_intent</a:t>
            </a:r>
            <a:r>
              <a:rPr lang="en-US" dirty="0"/>
              <a:t>": "$</a:t>
            </a:r>
            <a:r>
              <a:rPr lang="en-US" dirty="0" err="1"/>
              <a:t>fields.slt_strategic_intent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slt_comments</a:t>
            </a:r>
            <a:r>
              <a:rPr lang="en-US" dirty="0"/>
              <a:t>": "$</a:t>
            </a:r>
            <a:r>
              <a:rPr lang="en-US" dirty="0" err="1"/>
              <a:t>fields.slt_comments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publish_po_for_esp</a:t>
            </a:r>
            <a:r>
              <a:rPr lang="en-US" dirty="0"/>
              <a:t>": "$</a:t>
            </a:r>
            <a:r>
              <a:rPr lang="en-US" dirty="0" err="1"/>
              <a:t>fields.publish_po_for_esp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vendor_name</a:t>
            </a:r>
            <a:r>
              <a:rPr lang="en-US" dirty="0"/>
              <a:t>": "$</a:t>
            </a:r>
            <a:r>
              <a:rPr lang="en-US" dirty="0" err="1"/>
              <a:t>features.fields.vendor_name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vendor_id</a:t>
            </a:r>
            <a:r>
              <a:rPr lang="en-US" dirty="0"/>
              <a:t>": "$</a:t>
            </a:r>
            <a:r>
              <a:rPr lang="en-US" dirty="0" err="1"/>
              <a:t>features.fields.vendor_id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feature_id</a:t>
            </a:r>
            <a:r>
              <a:rPr lang="en-US" dirty="0"/>
              <a:t>": "$</a:t>
            </a:r>
            <a:r>
              <a:rPr lang="en-US" dirty="0" err="1"/>
              <a:t>features._id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feature_type</a:t>
            </a:r>
            <a:r>
              <a:rPr lang="en-US" dirty="0"/>
              <a:t>": "$</a:t>
            </a:r>
            <a:r>
              <a:rPr lang="en-US" dirty="0" err="1"/>
              <a:t>features.type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sw_usage_category</a:t>
            </a:r>
            <a:r>
              <a:rPr lang="en-US" dirty="0"/>
              <a:t>": "$</a:t>
            </a:r>
            <a:r>
              <a:rPr lang="en-US" dirty="0" err="1"/>
              <a:t>fields.sw_usage_category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known_change</a:t>
            </a:r>
            <a:r>
              <a:rPr lang="en-US" dirty="0"/>
              <a:t>": "$</a:t>
            </a:r>
            <a:r>
              <a:rPr lang="en-US" dirty="0" err="1"/>
              <a:t>fields.known_change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signed_contract</a:t>
            </a:r>
            <a:r>
              <a:rPr lang="en-US" dirty="0"/>
              <a:t>": "$</a:t>
            </a:r>
            <a:r>
              <a:rPr lang="en-US" dirty="0" err="1"/>
              <a:t>fields.signed_contract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forecasted_renewal_value</a:t>
            </a:r>
            <a:r>
              <a:rPr lang="en-US" dirty="0"/>
              <a:t>": "$</a:t>
            </a:r>
            <a:r>
              <a:rPr lang="en-US" dirty="0" err="1"/>
              <a:t>fields.forecasted_renewal_value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forecasted_renewal_value_w_uplift</a:t>
            </a:r>
            <a:r>
              <a:rPr lang="en-US" dirty="0"/>
              <a:t>": "$</a:t>
            </a:r>
            <a:r>
              <a:rPr lang="en-US" dirty="0" err="1"/>
              <a:t>fields.forecasted_renewal_value_w_uplift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finops_comments</a:t>
            </a:r>
            <a:r>
              <a:rPr lang="en-US" dirty="0"/>
              <a:t>": "$</a:t>
            </a:r>
            <a:r>
              <a:rPr lang="en-US" dirty="0" err="1"/>
              <a:t>fields.finops_comments</a:t>
            </a:r>
            <a:r>
              <a:rPr lang="en-US" dirty="0"/>
              <a:t>",</a:t>
            </a:r>
          </a:p>
          <a:p>
            <a:r>
              <a:rPr lang="en-US" dirty="0"/>
              <a:t>            "name": "$fields.name",</a:t>
            </a:r>
          </a:p>
          <a:p>
            <a:r>
              <a:rPr lang="en-US" dirty="0"/>
              <a:t>            "</a:t>
            </a:r>
            <a:r>
              <a:rPr lang="en-US" dirty="0" err="1"/>
              <a:t>ignore_auto_amort</a:t>
            </a:r>
            <a:r>
              <a:rPr lang="en-US" dirty="0"/>
              <a:t>": "$</a:t>
            </a:r>
            <a:r>
              <a:rPr lang="en-US" dirty="0" err="1"/>
              <a:t>fields.ignore_auto_amort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renewal_qtr</a:t>
            </a:r>
            <a:r>
              <a:rPr lang="en-US" dirty="0"/>
              <a:t>": "$</a:t>
            </a:r>
            <a:r>
              <a:rPr lang="en-US" dirty="0" err="1"/>
              <a:t>contract_renewal_or_change_quarter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competitive_software</a:t>
            </a:r>
            <a:r>
              <a:rPr lang="en-US" dirty="0"/>
              <a:t>": "$</a:t>
            </a:r>
            <a:r>
              <a:rPr lang="en-US" dirty="0" err="1"/>
              <a:t>fields.competitive_software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redundant_software</a:t>
            </a:r>
            <a:r>
              <a:rPr lang="en-US" dirty="0"/>
              <a:t>": "$</a:t>
            </a:r>
            <a:r>
              <a:rPr lang="en-US" dirty="0" err="1"/>
              <a:t>fields.redundant_software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price_change_percentage</a:t>
            </a:r>
            <a:r>
              <a:rPr lang="en-US" dirty="0"/>
              <a:t>": "$</a:t>
            </a:r>
            <a:r>
              <a:rPr lang="en-US" dirty="0" err="1"/>
              <a:t>fields.price_change_percentage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price_increase_justification</a:t>
            </a:r>
            <a:r>
              <a:rPr lang="en-US" dirty="0"/>
              <a:t>": "$</a:t>
            </a:r>
            <a:r>
              <a:rPr lang="en-US" dirty="0" err="1"/>
              <a:t>fields.price_increase_justification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volume_change_percentage</a:t>
            </a:r>
            <a:r>
              <a:rPr lang="en-US" dirty="0"/>
              <a:t>": "$</a:t>
            </a:r>
            <a:r>
              <a:rPr lang="en-US" dirty="0" err="1"/>
              <a:t>fields.volume_change_percentage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volume_increase_justification</a:t>
            </a:r>
            <a:r>
              <a:rPr lang="en-US" dirty="0"/>
              <a:t>": "$</a:t>
            </a:r>
            <a:r>
              <a:rPr lang="en-US" dirty="0" err="1"/>
              <a:t>fields.volume_increase_justification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expansion_percentage</a:t>
            </a:r>
            <a:r>
              <a:rPr lang="en-US" dirty="0"/>
              <a:t>": "$</a:t>
            </a:r>
            <a:r>
              <a:rPr lang="en-US" dirty="0" err="1"/>
              <a:t>fields.expansion_percentage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expansion_justification</a:t>
            </a:r>
            <a:r>
              <a:rPr lang="en-US" dirty="0"/>
              <a:t>": "$</a:t>
            </a:r>
            <a:r>
              <a:rPr lang="en-US" dirty="0" err="1"/>
              <a:t>fields.expansion_justification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planned_migration_to_cloud</a:t>
            </a:r>
            <a:r>
              <a:rPr lang="en-US" dirty="0"/>
              <a:t>": "$</a:t>
            </a:r>
            <a:r>
              <a:rPr lang="en-US" dirty="0" err="1"/>
              <a:t>fields.planned_migration_to_cloud</a:t>
            </a:r>
            <a:r>
              <a:rPr lang="en-US" dirty="0"/>
              <a:t>",</a:t>
            </a:r>
          </a:p>
          <a:p>
            <a:r>
              <a:rPr lang="en-US" dirty="0"/>
              <a:t>            "commit_amount_totalFY26": "$fields.commit_amount_totalFY26",</a:t>
            </a:r>
          </a:p>
          <a:p>
            <a:r>
              <a:rPr lang="en-US" dirty="0"/>
              <a:t>            "actuals_amount_totalFY26": "$fields.actuals_amount_totalFY26",</a:t>
            </a:r>
          </a:p>
          <a:p>
            <a:r>
              <a:rPr lang="en-US" dirty="0"/>
              <a:t>            "forecast_total_amountFY26": "$fields.forecast_total_amountFY26",</a:t>
            </a:r>
          </a:p>
          <a:p>
            <a:r>
              <a:rPr lang="en-US" dirty="0"/>
              <a:t>            "commit_amount_q1FY26": "$fields.commit_amount_q1FY26",</a:t>
            </a:r>
          </a:p>
          <a:p>
            <a:r>
              <a:rPr lang="en-US" dirty="0"/>
              <a:t>            "commit_amount_q3FY26": "$fields.commit_amount_q3FY26",</a:t>
            </a:r>
          </a:p>
          <a:p>
            <a:r>
              <a:rPr lang="en-US" dirty="0"/>
              <a:t>            "commit_amount_q2FY26": "$fields.commit_amount_q2FY26",</a:t>
            </a:r>
          </a:p>
          <a:p>
            <a:r>
              <a:rPr lang="en-US" dirty="0"/>
              <a:t>            "commit_amount_q4FY26": "$fields.commit_amount_q4FY26",</a:t>
            </a:r>
          </a:p>
          <a:p>
            <a:r>
              <a:rPr lang="en-US" dirty="0"/>
              <a:t>            "actuals_amount_q1FY26": "$fields.actuals_amount_q1FY26",</a:t>
            </a:r>
          </a:p>
          <a:p>
            <a:r>
              <a:rPr lang="en-US" dirty="0"/>
              <a:t>            "actuals_amount_q2FY26": "$fields.actuals_amount_q2FY26",</a:t>
            </a:r>
          </a:p>
          <a:p>
            <a:r>
              <a:rPr lang="en-US" dirty="0"/>
              <a:t>            "actuals_amount_q3FY26": "$fields.actuals_amount_q3FY26",</a:t>
            </a:r>
          </a:p>
          <a:p>
            <a:r>
              <a:rPr lang="en-US" dirty="0"/>
              <a:t>            "actuals_amount_q4FY26": "$fields.actuals_amount_q4FY26",</a:t>
            </a:r>
          </a:p>
          <a:p>
            <a:r>
              <a:rPr lang="en-US" dirty="0"/>
              <a:t>            "forecast_amount_q1FY26": "$fields.forecast_amount_q1FY26",</a:t>
            </a:r>
          </a:p>
          <a:p>
            <a:r>
              <a:rPr lang="en-US" dirty="0"/>
              <a:t>            "forecast_amount_q2FY26": "$fields.forecast_amount_q2FY26",</a:t>
            </a:r>
          </a:p>
          <a:p>
            <a:r>
              <a:rPr lang="en-US" dirty="0"/>
              <a:t>            "forecast_amount_q3FY26": "$fields.forecast_amount_q3FY26",</a:t>
            </a:r>
          </a:p>
          <a:p>
            <a:r>
              <a:rPr lang="en-US" dirty="0"/>
              <a:t>            "forecast_amount_q4FY26": "$fields.forecast_amount_q4FY26",</a:t>
            </a:r>
          </a:p>
          <a:p>
            <a:r>
              <a:rPr lang="en-US" dirty="0"/>
              <a:t>            "price_change_q1FY26": "$fields.price_change_q1FY26",</a:t>
            </a:r>
          </a:p>
          <a:p>
            <a:r>
              <a:rPr lang="en-US" dirty="0"/>
              <a:t>            "price_change_q2FY26": "$fields.price_change_q2FY26",</a:t>
            </a:r>
          </a:p>
          <a:p>
            <a:r>
              <a:rPr lang="en-US" dirty="0"/>
              <a:t>            "price_change_q3FY26": "$fields.price_change_q3FY26",</a:t>
            </a:r>
          </a:p>
          <a:p>
            <a:r>
              <a:rPr lang="en-US" dirty="0"/>
              <a:t>            "price_change_q4FY26": "$fields.price_change_q4FY26",</a:t>
            </a:r>
          </a:p>
          <a:p>
            <a:r>
              <a:rPr lang="en-US" dirty="0"/>
              <a:t>            "price_change_totalFY26": "$fields.price_change_totalFY26",</a:t>
            </a:r>
          </a:p>
          <a:p>
            <a:r>
              <a:rPr lang="en-US" dirty="0"/>
              <a:t>            "volume_change_q1FY26": "$fields.volume_change_q1FY26",</a:t>
            </a:r>
          </a:p>
          <a:p>
            <a:r>
              <a:rPr lang="en-US" dirty="0"/>
              <a:t>            "volume_change_q2FY26": "$fields.volume_change_q2FY26",</a:t>
            </a:r>
          </a:p>
          <a:p>
            <a:r>
              <a:rPr lang="en-US" dirty="0"/>
              <a:t>            "volume_change_q3FY26": "$fields.volume_change_q3FY26",</a:t>
            </a:r>
          </a:p>
          <a:p>
            <a:r>
              <a:rPr lang="en-US" dirty="0"/>
              <a:t>            "volume_change_q4FY26": "$fields.volume_change_q4FY26",</a:t>
            </a:r>
          </a:p>
          <a:p>
            <a:r>
              <a:rPr lang="en-US" dirty="0"/>
              <a:t>            "volume_change_totalFY26": "$fields.volume_change_totalFY26",</a:t>
            </a:r>
          </a:p>
          <a:p>
            <a:r>
              <a:rPr lang="en-US" dirty="0"/>
              <a:t>            "expansion_q1FY26": "$fields.expansion_q1FY26",</a:t>
            </a:r>
          </a:p>
          <a:p>
            <a:r>
              <a:rPr lang="en-US" dirty="0"/>
              <a:t>            "expansion_q2FY26": "$fields.expansion_q2FY26",</a:t>
            </a:r>
          </a:p>
          <a:p>
            <a:r>
              <a:rPr lang="en-US" dirty="0"/>
              <a:t>            "expansion_q3FY26": "$fields.expansion_q3FY26",</a:t>
            </a:r>
          </a:p>
          <a:p>
            <a:r>
              <a:rPr lang="en-US" dirty="0"/>
              <a:t>            "expansion_q4FY26": "$fields.expansion_q4FY26",</a:t>
            </a:r>
          </a:p>
          <a:p>
            <a:r>
              <a:rPr lang="en-US" dirty="0"/>
              <a:t>            "expansion_totalFY26": "$fields.expansion_totalFY26",</a:t>
            </a:r>
          </a:p>
          <a:p>
            <a:r>
              <a:rPr lang="en-US" dirty="0"/>
              <a:t>            "final_forecasts_with_uplift_q1FY26": "$fields.final_forecasts_with_uplift_q1FY26",</a:t>
            </a:r>
          </a:p>
          <a:p>
            <a:r>
              <a:rPr lang="en-US" dirty="0"/>
              <a:t>            "final_forecasts_with_uplift_q2FY26": "$fields.final_forecasts_with_uplift_q2FY26",</a:t>
            </a:r>
          </a:p>
          <a:p>
            <a:r>
              <a:rPr lang="en-US" dirty="0"/>
              <a:t>            "final_forecasts_with_uplift_q3FY26": "$fields.final_forecasts_with_uplift_q3FY26",</a:t>
            </a:r>
          </a:p>
          <a:p>
            <a:r>
              <a:rPr lang="en-US" dirty="0"/>
              <a:t>            "final_forecasts_with_uplift_q4FY26": "$fields.final_forecasts_with_uplift_q4FY26",</a:t>
            </a:r>
          </a:p>
          <a:p>
            <a:r>
              <a:rPr lang="en-US" dirty="0"/>
              <a:t>            "final_forecasts_with_uplift_totalFY26": "$fields.final_forecasts_with_uplift_totalFY26",</a:t>
            </a:r>
          </a:p>
          <a:p>
            <a:r>
              <a:rPr lang="en-US" dirty="0"/>
              <a:t>            "final_forecasts_without_uplift_q1FY26": "$fields.final_forecasts_without_uplift_q1FY26",</a:t>
            </a:r>
          </a:p>
          <a:p>
            <a:r>
              <a:rPr lang="en-US" dirty="0"/>
              <a:t>            "final_forecasts_without_uplift_q2FY26": "$fields.final_forecasts_without_uplift_q2FY26",</a:t>
            </a:r>
          </a:p>
          <a:p>
            <a:r>
              <a:rPr lang="en-US" dirty="0"/>
              <a:t>            "final_forecasts_without_uplift_q3FY26": "$fields.final_forecasts_without_uplift_q3FY26",</a:t>
            </a:r>
          </a:p>
          <a:p>
            <a:r>
              <a:rPr lang="en-US" dirty="0"/>
              <a:t>            "final_forecasts_without_uplift_q4FY26": "$fields.final_forecasts_without_uplift_q4FY26",</a:t>
            </a:r>
          </a:p>
          <a:p>
            <a:r>
              <a:rPr lang="en-US" dirty="0"/>
              <a:t>            "final_forecasts_without_uplift_totalFY26": "$fields.final_forecasts_without_uplift_totalFY26",</a:t>
            </a:r>
          </a:p>
          <a:p>
            <a:r>
              <a:rPr lang="en-US" dirty="0"/>
              <a:t>            "expected_change_amount_q1FY26": "$fields.expected_change_amount_q1FY26",</a:t>
            </a:r>
          </a:p>
          <a:p>
            <a:r>
              <a:rPr lang="en-US" dirty="0"/>
              <a:t>            "expected_change_amount_q2FY26": "$fields.expected_change_amount_q2FY26",</a:t>
            </a:r>
          </a:p>
          <a:p>
            <a:r>
              <a:rPr lang="en-US" dirty="0"/>
              <a:t>            "expected_change_amount_q3FY26": "$fields.expected_change_amount_q3FY26",</a:t>
            </a:r>
          </a:p>
          <a:p>
            <a:r>
              <a:rPr lang="en-US" dirty="0"/>
              <a:t>            "expected_change_amount_q4FY26": "$fields.expected_change_amount_q4FY26",</a:t>
            </a:r>
          </a:p>
          <a:p>
            <a:r>
              <a:rPr lang="en-US" dirty="0"/>
              <a:t>            "expected_change_total_amountFY26": "$fields.expected_change_total_amountFY26",</a:t>
            </a:r>
          </a:p>
          <a:p>
            <a:r>
              <a:rPr lang="en-US" dirty="0"/>
              <a:t>            "baseline_amount_q1FY26": "$fields.baseline_amount_q1FY26",</a:t>
            </a:r>
          </a:p>
          <a:p>
            <a:r>
              <a:rPr lang="en-US" dirty="0"/>
              <a:t>            "baseline_amount_q2FY26": "$fields.baseline_amount_q2FY26",</a:t>
            </a:r>
          </a:p>
          <a:p>
            <a:r>
              <a:rPr lang="en-US" dirty="0"/>
              <a:t>            "baseline_amount_q3FY26": "$fields.baseline_amount_q3FY26",</a:t>
            </a:r>
          </a:p>
          <a:p>
            <a:r>
              <a:rPr lang="en-US" dirty="0"/>
              <a:t>            "baseline_amount_q4FY26": "$fields.baseline_amount_q4FY26",</a:t>
            </a:r>
          </a:p>
          <a:p>
            <a:r>
              <a:rPr lang="en-US" dirty="0"/>
              <a:t>            "baseline_total_amountFY26": "$fields.baseline_total_amountFY26",</a:t>
            </a:r>
          </a:p>
          <a:p>
            <a:r>
              <a:rPr lang="en-US" dirty="0"/>
              <a:t>            "commit_amount_q1FY27": "$fields.commit_amount_q1FY27",</a:t>
            </a:r>
          </a:p>
          <a:p>
            <a:r>
              <a:rPr lang="en-US" dirty="0"/>
              <a:t>            "commit_amount_q2FY27": "$fields.commit_amount_q2FY27",</a:t>
            </a:r>
          </a:p>
          <a:p>
            <a:r>
              <a:rPr lang="en-US" dirty="0"/>
              <a:t>            "commit_amount_q3FY27": "$fields.commit_amount_q3FY27",</a:t>
            </a:r>
          </a:p>
          <a:p>
            <a:r>
              <a:rPr lang="en-US" dirty="0"/>
              <a:t>            "commit_amount_q4FY27": "$fields.commit_amount_q4FY27",</a:t>
            </a:r>
          </a:p>
          <a:p>
            <a:r>
              <a:rPr lang="en-US" dirty="0"/>
              <a:t>            "commit_amount_totalFY27": "$fields.commit_amount_totalFY27",</a:t>
            </a:r>
          </a:p>
          <a:p>
            <a:r>
              <a:rPr lang="en-US" dirty="0"/>
              <a:t>            "actuals_amount_q1FY27": "$fields.actuals_amount_q1FY27",</a:t>
            </a:r>
          </a:p>
          <a:p>
            <a:r>
              <a:rPr lang="en-US" dirty="0"/>
              <a:t>            "actuals_amount_q2FY27": "$fields.actuals_amount_q2FY27",</a:t>
            </a:r>
          </a:p>
          <a:p>
            <a:r>
              <a:rPr lang="en-US" dirty="0"/>
              <a:t>            "actuals_amount_q3FY27": "$fields.actuals_amount_q3FY27",</a:t>
            </a:r>
          </a:p>
          <a:p>
            <a:r>
              <a:rPr lang="en-US" dirty="0"/>
              <a:t>            "actuals_amount_q4FY27": "$fields.actuals_amount_q4FY27",</a:t>
            </a:r>
          </a:p>
          <a:p>
            <a:r>
              <a:rPr lang="en-US" dirty="0"/>
              <a:t>            "actuals_amount_totalFY27": "$fields.actuals_amount_totalFY27",</a:t>
            </a:r>
          </a:p>
          <a:p>
            <a:r>
              <a:rPr lang="en-US" dirty="0"/>
              <a:t>            "forecast_amount_q1FY27": "$fields.forecast_amount_q1FY27",</a:t>
            </a:r>
          </a:p>
          <a:p>
            <a:r>
              <a:rPr lang="en-US" dirty="0"/>
              <a:t>            "forecast_amount_q2FY27": "$fields.forecast_amount_q2FY27",</a:t>
            </a:r>
          </a:p>
          <a:p>
            <a:r>
              <a:rPr lang="en-US" dirty="0"/>
              <a:t>            "forecast_amount_q3FY27": "$fields.forecast_amount_q3FY27",</a:t>
            </a:r>
          </a:p>
          <a:p>
            <a:r>
              <a:rPr lang="en-US" dirty="0"/>
              <a:t>            "forecast_amount_q4FY27": "$fields.forecast_amount_q4FY27",</a:t>
            </a:r>
          </a:p>
          <a:p>
            <a:r>
              <a:rPr lang="en-US" dirty="0"/>
              <a:t>            "forecast_total_amountFY27": "$fields.forecast_total_amountFY27",</a:t>
            </a:r>
          </a:p>
          <a:p>
            <a:r>
              <a:rPr lang="en-US" dirty="0"/>
              <a:t>            "price_change_q1FY27": "$fields.price_change_q1FY27",</a:t>
            </a:r>
          </a:p>
          <a:p>
            <a:r>
              <a:rPr lang="en-US" dirty="0"/>
              <a:t>            "price_change_q2FY27": "$fields.price_change_q2FY27",</a:t>
            </a:r>
          </a:p>
          <a:p>
            <a:r>
              <a:rPr lang="en-US" dirty="0"/>
              <a:t>            "price_change_q3FY27": "$fields.price_change_q3FY27",</a:t>
            </a:r>
          </a:p>
          <a:p>
            <a:r>
              <a:rPr lang="en-US" dirty="0"/>
              <a:t>            "price_change_q4FY27": "$fields.price_change_q4FY27",</a:t>
            </a:r>
          </a:p>
          <a:p>
            <a:r>
              <a:rPr lang="en-US" dirty="0"/>
              <a:t>            "price_change_totalFY27": "$fields.price_change_totalFY27",</a:t>
            </a:r>
          </a:p>
          <a:p>
            <a:r>
              <a:rPr lang="en-US" dirty="0"/>
              <a:t>            "volume_change_q1FY27": "$fields.volume_change_q1FY27",</a:t>
            </a:r>
          </a:p>
          <a:p>
            <a:r>
              <a:rPr lang="en-US" dirty="0"/>
              <a:t>            "volume_change_q2FY27": "$fields.volume_change_q2FY27",</a:t>
            </a:r>
          </a:p>
          <a:p>
            <a:r>
              <a:rPr lang="en-US" dirty="0"/>
              <a:t>            "volume_change_q3FY27": "$fields.volume_change_q3FY27",</a:t>
            </a:r>
          </a:p>
          <a:p>
            <a:r>
              <a:rPr lang="en-US" dirty="0"/>
              <a:t>            "volume_change_q4FY27": "$fields.volume_change_q4FY27",</a:t>
            </a:r>
          </a:p>
          <a:p>
            <a:r>
              <a:rPr lang="en-US" dirty="0"/>
              <a:t>            "volume_change_totalFY27": "$fields.volume_change_totalFY27",</a:t>
            </a:r>
          </a:p>
          <a:p>
            <a:r>
              <a:rPr lang="en-US" dirty="0"/>
              <a:t>            "expansion_q1FY27": "$fields.expansion_q1FY27",</a:t>
            </a:r>
          </a:p>
          <a:p>
            <a:r>
              <a:rPr lang="en-US" dirty="0"/>
              <a:t>            "expansion_q2FY27": "$fields.expansion_q2FY27",</a:t>
            </a:r>
          </a:p>
          <a:p>
            <a:r>
              <a:rPr lang="en-US" dirty="0"/>
              <a:t>            "expansion_q3FY27": "$fields.expansion_q3FY27",</a:t>
            </a:r>
          </a:p>
          <a:p>
            <a:r>
              <a:rPr lang="en-US" dirty="0"/>
              <a:t>            "expansion_q4FY27": "$fields.expansion_q4FY27",</a:t>
            </a:r>
          </a:p>
          <a:p>
            <a:r>
              <a:rPr lang="en-US" dirty="0"/>
              <a:t>            "expansion_totalFY27": "$fields.expansion_totalFY27",</a:t>
            </a:r>
          </a:p>
          <a:p>
            <a:r>
              <a:rPr lang="en-US" dirty="0"/>
              <a:t>            "final_forecasts_with_uplift_q1FY27": "$fields.final_forecasts_with_uplift_q1FY27",</a:t>
            </a:r>
          </a:p>
          <a:p>
            <a:r>
              <a:rPr lang="en-US" dirty="0"/>
              <a:t>            "final_forecasts_with_uplift_q2FY27": "$fields.final_forecasts_with_uplift_q2FY27",</a:t>
            </a:r>
          </a:p>
          <a:p>
            <a:r>
              <a:rPr lang="en-US" dirty="0"/>
              <a:t>            "final_forecasts_with_uplift_q3FY27": "$fields.final_forecasts_with_uplift_q3FY27",</a:t>
            </a:r>
          </a:p>
          <a:p>
            <a:r>
              <a:rPr lang="en-US" dirty="0"/>
              <a:t>            "final_forecasts_with_uplift_q4FY27": "$fields.final_forecasts_with_uplift_q4FY27",</a:t>
            </a:r>
          </a:p>
          <a:p>
            <a:r>
              <a:rPr lang="en-US" dirty="0"/>
              <a:t>            "final_forecasts_with_uplift_totalFY27": "$fields.final_forecasts_with_uplift_totalFY27",</a:t>
            </a:r>
          </a:p>
          <a:p>
            <a:r>
              <a:rPr lang="en-US" dirty="0"/>
              <a:t>            "final_forecasts_without_uplift_q1FY27": "$fields.final_forecasts_without_uplift_q1FY27",</a:t>
            </a:r>
          </a:p>
          <a:p>
            <a:r>
              <a:rPr lang="en-US" dirty="0"/>
              <a:t>            "final_forecasts_without_uplift_q2FY27": "$fields.final_forecasts_without_uplift_q2FY27",</a:t>
            </a:r>
          </a:p>
          <a:p>
            <a:r>
              <a:rPr lang="en-US" dirty="0"/>
              <a:t>            "final_forecasts_without_uplift_q3FY27": "$fields.final_forecasts_without_uplift_q3FY27",</a:t>
            </a:r>
          </a:p>
          <a:p>
            <a:r>
              <a:rPr lang="en-US" dirty="0"/>
              <a:t>            "final_forecasts_without_uplift_q4FY27": "$fields.final_forecasts_without_uplift_q4FY27",</a:t>
            </a:r>
          </a:p>
          <a:p>
            <a:r>
              <a:rPr lang="en-US" dirty="0"/>
              <a:t>            "final_forecasts_without_uplift_totalFY27": "$fields.final_forecasts_without_uplift_totalFY27",</a:t>
            </a:r>
          </a:p>
          <a:p>
            <a:r>
              <a:rPr lang="en-US" dirty="0"/>
              <a:t>            "expected_change_amount_q1FY27": "$fields.expected_change_amount_q1FY27",</a:t>
            </a:r>
          </a:p>
          <a:p>
            <a:r>
              <a:rPr lang="en-US" dirty="0"/>
              <a:t>            "expected_change_amount_q2FY27": "$fields.expected_change_amount_q2FY27",</a:t>
            </a:r>
          </a:p>
          <a:p>
            <a:r>
              <a:rPr lang="en-US" dirty="0"/>
              <a:t>            "expected_change_amount_q3FY27": "$fields.expected_change_amount_q3FY27",</a:t>
            </a:r>
          </a:p>
          <a:p>
            <a:r>
              <a:rPr lang="en-US" dirty="0"/>
              <a:t>            "expected_change_amount_q4FY27": "$fields.expected_change_amount_q4FY27",</a:t>
            </a:r>
          </a:p>
          <a:p>
            <a:r>
              <a:rPr lang="en-US" dirty="0"/>
              <a:t>            "expected_change_total_amountFY27": "$fields.expected_change_total_amountFY27",</a:t>
            </a:r>
          </a:p>
          <a:p>
            <a:r>
              <a:rPr lang="en-US" dirty="0"/>
              <a:t>            "baseline_amount_q1FY27": "$fields.baseline_amount_q1FY27",</a:t>
            </a:r>
          </a:p>
          <a:p>
            <a:r>
              <a:rPr lang="en-US" dirty="0"/>
              <a:t>            "baseline_amount_q2FY27": "$fields.baseline_amount_q2FY27",</a:t>
            </a:r>
          </a:p>
          <a:p>
            <a:r>
              <a:rPr lang="en-US" dirty="0"/>
              <a:t>            "baseline_amount_q3FY27": "$fields.baseline_amount_q3FY27",</a:t>
            </a:r>
          </a:p>
          <a:p>
            <a:r>
              <a:rPr lang="en-US" dirty="0"/>
              <a:t>            "baseline_amount_q4FY27": "$fields.baseline_amount_q4FY27",</a:t>
            </a:r>
          </a:p>
          <a:p>
            <a:r>
              <a:rPr lang="en-US" dirty="0"/>
              <a:t>            "baseline_total_amountFY27": "$fields.baseline_total_amountFY27",</a:t>
            </a:r>
          </a:p>
          <a:p>
            <a:r>
              <a:rPr lang="en-US" dirty="0"/>
              <a:t>            "</a:t>
            </a:r>
            <a:r>
              <a:rPr lang="en-US" dirty="0" err="1"/>
              <a:t>total_uplift_percentage</a:t>
            </a:r>
            <a:r>
              <a:rPr lang="en-US" dirty="0"/>
              <a:t>": "$</a:t>
            </a:r>
            <a:r>
              <a:rPr lang="en-US" dirty="0" err="1"/>
              <a:t>fields.total_uplift_percentage</a:t>
            </a:r>
            <a:r>
              <a:rPr lang="en-US" dirty="0"/>
              <a:t>",</a:t>
            </a:r>
          </a:p>
          <a:p>
            <a:r>
              <a:rPr lang="en-US" dirty="0"/>
              <a:t>            "expected_change_amount_totalFY26": "$fields.expected_change_total_amountFY26",</a:t>
            </a:r>
          </a:p>
          <a:p>
            <a:r>
              <a:rPr lang="en-US" dirty="0"/>
              <a:t>            "baseline_amount_totalFY26": "$fields.baseline_amount_totalFY26",</a:t>
            </a:r>
          </a:p>
          <a:p>
            <a:r>
              <a:rPr lang="en-US" dirty="0"/>
              <a:t>            "expected_change_amount_totalFY27": "$fields.expected_change_total_amountFY27",</a:t>
            </a:r>
          </a:p>
          <a:p>
            <a:r>
              <a:rPr lang="en-US" dirty="0"/>
              <a:t>            "baseline_amount_totalFY27": "$fields.baseline_amount_totalFY27",</a:t>
            </a:r>
          </a:p>
          <a:p>
            <a:r>
              <a:rPr lang="en-US" dirty="0"/>
              <a:t>            "</a:t>
            </a:r>
            <a:r>
              <a:rPr lang="en-US" dirty="0" err="1"/>
              <a:t>pos_being_consolidated</a:t>
            </a:r>
            <a:r>
              <a:rPr lang="en-US" dirty="0"/>
              <a:t>": "$</a:t>
            </a:r>
            <a:r>
              <a:rPr lang="en-US" dirty="0" err="1"/>
              <a:t>fields.pos_being_consolidated</a:t>
            </a:r>
            <a:r>
              <a:rPr lang="en-US" dirty="0"/>
              <a:t>",</a:t>
            </a:r>
          </a:p>
          <a:p>
            <a:r>
              <a:rPr lang="en-US" dirty="0"/>
              <a:t>            "node_level2_name": "$fields.node_level2_name",</a:t>
            </a:r>
          </a:p>
          <a:p>
            <a:r>
              <a:rPr lang="en-US" dirty="0"/>
              <a:t>            "node_level3_name": "$fields.node_level3_name",</a:t>
            </a:r>
          </a:p>
          <a:p>
            <a:r>
              <a:rPr lang="en-US" dirty="0"/>
              <a:t>            "node_level4_name": "$fields.node_level4_name",</a:t>
            </a:r>
          </a:p>
          <a:p>
            <a:r>
              <a:rPr lang="en-US" dirty="0"/>
              <a:t>            "node_level5_name": "$fields.node_level5_name"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</a:t>
            </a:r>
            <a:r>
              <a:rPr lang="en-US" dirty="0" err="1"/>
              <a:t>attributeCounts</a:t>
            </a:r>
            <a:r>
              <a:rPr lang="en-US" dirty="0"/>
              <a:t>": {</a:t>
            </a:r>
          </a:p>
          <a:p>
            <a:r>
              <a:rPr lang="en-US" dirty="0"/>
              <a:t>            "</a:t>
            </a:r>
            <a:r>
              <a:rPr lang="en-US" dirty="0" err="1"/>
              <a:t>poc</a:t>
            </a:r>
            <a:r>
              <a:rPr lang="en-US" dirty="0"/>
              <a:t>": "$</a:t>
            </a:r>
            <a:r>
              <a:rPr lang="en-US" dirty="0" err="1"/>
              <a:t>addToSet</a:t>
            </a:r>
            <a:r>
              <a:rPr lang="en-US" dirty="0"/>
              <a:t>: $</a:t>
            </a:r>
            <a:r>
              <a:rPr lang="en-US" dirty="0" err="1"/>
              <a:t>fields.po</a:t>
            </a:r>
            <a:r>
              <a:rPr lang="en-US" dirty="0"/>
              <a:t>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</a:t>
            </a:r>
            <a:r>
              <a:rPr lang="en-US" dirty="0" err="1"/>
              <a:t>attributeOperations</a:t>
            </a:r>
            <a:r>
              <a:rPr lang="en-US" dirty="0"/>
              <a:t>": {},</a:t>
            </a:r>
          </a:p>
          <a:p>
            <a:r>
              <a:rPr lang="en-US" dirty="0"/>
              <a:t>        "</a:t>
            </a:r>
            <a:r>
              <a:rPr lang="en-US" dirty="0" err="1"/>
              <a:t>pageNumber</a:t>
            </a:r>
            <a:r>
              <a:rPr lang="en-US" dirty="0"/>
              <a:t>": 1,</a:t>
            </a:r>
          </a:p>
          <a:p>
            <a:r>
              <a:rPr lang="en-US" dirty="0"/>
              <a:t>        "</a:t>
            </a:r>
            <a:r>
              <a:rPr lang="en-US" dirty="0" err="1"/>
              <a:t>itemsPerPage</a:t>
            </a:r>
            <a:r>
              <a:rPr lang="en-US" dirty="0"/>
              <a:t>": 1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"</a:t>
            </a:r>
            <a:r>
              <a:rPr lang="en-US" dirty="0" err="1"/>
              <a:t>fiscalYear</a:t>
            </a:r>
            <a:r>
              <a:rPr lang="en-US" dirty="0"/>
              <a:t>": "FY27",</a:t>
            </a:r>
          </a:p>
          <a:p>
            <a:r>
              <a:rPr lang="en-US" dirty="0"/>
              <a:t>        "filter": {},</a:t>
            </a:r>
          </a:p>
          <a:p>
            <a:r>
              <a:rPr lang="en-US" dirty="0"/>
              <a:t>        "</a:t>
            </a:r>
            <a:r>
              <a:rPr lang="en-US" dirty="0" err="1"/>
              <a:t>groupByfields</a:t>
            </a:r>
            <a:r>
              <a:rPr lang="en-US" dirty="0"/>
              <a:t>": {</a:t>
            </a:r>
          </a:p>
          <a:p>
            <a:r>
              <a:rPr lang="en-US" dirty="0"/>
              <a:t>            "</a:t>
            </a:r>
            <a:r>
              <a:rPr lang="en-US" dirty="0" err="1"/>
              <a:t>parent_id</a:t>
            </a:r>
            <a:r>
              <a:rPr lang="en-US" dirty="0"/>
              <a:t>": "$_id",</a:t>
            </a:r>
          </a:p>
          <a:p>
            <a:r>
              <a:rPr lang="en-US" dirty="0"/>
              <a:t>            "</a:t>
            </a:r>
            <a:r>
              <a:rPr lang="en-US" dirty="0" err="1"/>
              <a:t>group_id</a:t>
            </a:r>
            <a:r>
              <a:rPr lang="en-US" dirty="0"/>
              <a:t>": "$</a:t>
            </a:r>
            <a:r>
              <a:rPr lang="en-US" dirty="0" err="1"/>
              <a:t>groupId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feature_id</a:t>
            </a:r>
            <a:r>
              <a:rPr lang="en-US" dirty="0"/>
              <a:t>": "$</a:t>
            </a:r>
            <a:r>
              <a:rPr lang="en-US" dirty="0" err="1"/>
              <a:t>features._id</a:t>
            </a:r>
            <a:r>
              <a:rPr lang="en-US" dirty="0"/>
              <a:t>",</a:t>
            </a:r>
          </a:p>
          <a:p>
            <a:r>
              <a:rPr lang="en-US" dirty="0"/>
              <a:t>            "po": "$</a:t>
            </a:r>
            <a:r>
              <a:rPr lang="en-US" dirty="0" err="1"/>
              <a:t>fields.po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re_po</a:t>
            </a:r>
            <a:r>
              <a:rPr lang="en-US" dirty="0"/>
              <a:t>": "$</a:t>
            </a:r>
            <a:r>
              <a:rPr lang="en-US" dirty="0" err="1"/>
              <a:t>fields.po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po_amount</a:t>
            </a:r>
            <a:r>
              <a:rPr lang="en-US" dirty="0"/>
              <a:t>": "$</a:t>
            </a:r>
            <a:r>
              <a:rPr lang="en-US" dirty="0" err="1"/>
              <a:t>fields.po_amount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re_related_po</a:t>
            </a:r>
            <a:r>
              <a:rPr lang="en-US" dirty="0"/>
              <a:t>": "$</a:t>
            </a:r>
            <a:r>
              <a:rPr lang="en-US" dirty="0" err="1"/>
              <a:t>fields.related_po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adjusted_po_end_date</a:t>
            </a:r>
            <a:r>
              <a:rPr lang="en-US" dirty="0"/>
              <a:t>": "$</a:t>
            </a:r>
            <a:r>
              <a:rPr lang="en-US" dirty="0" err="1"/>
              <a:t>fields.adjusted_po_end_date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adjusted_po_start_date</a:t>
            </a:r>
            <a:r>
              <a:rPr lang="en-US" dirty="0"/>
              <a:t>": "$</a:t>
            </a:r>
            <a:r>
              <a:rPr lang="en-US" dirty="0" err="1"/>
              <a:t>fields.adjusted_po_start_date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po_end_date</a:t>
            </a:r>
            <a:r>
              <a:rPr lang="en-US" dirty="0"/>
              <a:t>": "$</a:t>
            </a:r>
            <a:r>
              <a:rPr lang="en-US" dirty="0" err="1"/>
              <a:t>fields.po_end_date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po_start_date</a:t>
            </a:r>
            <a:r>
              <a:rPr lang="en-US" dirty="0"/>
              <a:t>": "$</a:t>
            </a:r>
            <a:r>
              <a:rPr lang="en-US" dirty="0" err="1"/>
              <a:t>fields.po_start_date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po_requester</a:t>
            </a:r>
            <a:r>
              <a:rPr lang="en-US" dirty="0"/>
              <a:t>": "$</a:t>
            </a:r>
            <a:r>
              <a:rPr lang="en-US" dirty="0" err="1"/>
              <a:t>fields.po_requester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renewal_po</a:t>
            </a:r>
            <a:r>
              <a:rPr lang="en-US" dirty="0"/>
              <a:t>": "$</a:t>
            </a:r>
            <a:r>
              <a:rPr lang="en-US" dirty="0" err="1"/>
              <a:t>fields.po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po_term</a:t>
            </a:r>
            <a:r>
              <a:rPr lang="en-US" dirty="0"/>
              <a:t>": "$</a:t>
            </a:r>
            <a:r>
              <a:rPr lang="en-US" dirty="0" err="1"/>
              <a:t>fields.po_term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department_number</a:t>
            </a:r>
            <a:r>
              <a:rPr lang="en-US" dirty="0"/>
              <a:t>": "$</a:t>
            </a:r>
            <a:r>
              <a:rPr lang="en-US" dirty="0" err="1"/>
              <a:t>fields.department_number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po_fiscal_year</a:t>
            </a:r>
            <a:r>
              <a:rPr lang="en-US" dirty="0"/>
              <a:t>": "$</a:t>
            </a:r>
            <a:r>
              <a:rPr lang="en-US" dirty="0" err="1"/>
              <a:t>fields.po_fiscal_year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parent_po</a:t>
            </a:r>
            <a:r>
              <a:rPr lang="en-US" dirty="0"/>
              <a:t>": "$</a:t>
            </a:r>
            <a:r>
              <a:rPr lang="en-US" dirty="0" err="1"/>
              <a:t>relatedpoRow.fields.po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known_change</a:t>
            </a:r>
            <a:r>
              <a:rPr lang="en-US" dirty="0"/>
              <a:t>": "$</a:t>
            </a:r>
            <a:r>
              <a:rPr lang="en-US" dirty="0" err="1"/>
              <a:t>fields.known_change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renewal_complete</a:t>
            </a:r>
            <a:r>
              <a:rPr lang="en-US" dirty="0"/>
              <a:t>": "$</a:t>
            </a:r>
            <a:r>
              <a:rPr lang="en-US" dirty="0" err="1"/>
              <a:t>fields.renewal_complete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opportunity_status</a:t>
            </a:r>
            <a:r>
              <a:rPr lang="en-US" dirty="0"/>
              <a:t>": "$</a:t>
            </a:r>
            <a:r>
              <a:rPr lang="en-US" dirty="0" err="1"/>
              <a:t>fields.opportunity_status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signed_contract</a:t>
            </a:r>
            <a:r>
              <a:rPr lang="en-US" dirty="0"/>
              <a:t>": "$</a:t>
            </a:r>
            <a:r>
              <a:rPr lang="en-US" dirty="0" err="1"/>
              <a:t>fields.signed_contract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po_title</a:t>
            </a:r>
            <a:r>
              <a:rPr lang="en-US" dirty="0"/>
              <a:t>": "$</a:t>
            </a:r>
            <a:r>
              <a:rPr lang="en-US" dirty="0" err="1"/>
              <a:t>fields.po_title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renewal_qtr</a:t>
            </a:r>
            <a:r>
              <a:rPr lang="en-US" dirty="0"/>
              <a:t>": "$</a:t>
            </a:r>
            <a:r>
              <a:rPr lang="en-US" dirty="0" err="1"/>
              <a:t>contract_renewal_or_change_quarter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incremental_or_renewal_comments</a:t>
            </a:r>
            <a:r>
              <a:rPr lang="en-US" dirty="0"/>
              <a:t>": "$</a:t>
            </a:r>
            <a:r>
              <a:rPr lang="en-US" dirty="0" err="1"/>
              <a:t>fields.incremental_or_renewal_comments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pos_being_consolidated</a:t>
            </a:r>
            <a:r>
              <a:rPr lang="en-US" dirty="0"/>
              <a:t>": "$</a:t>
            </a:r>
            <a:r>
              <a:rPr lang="en-US" dirty="0" err="1"/>
              <a:t>fields.pos_being_consolidated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slt_strategic_intent</a:t>
            </a:r>
            <a:r>
              <a:rPr lang="en-US" dirty="0"/>
              <a:t>": "$</a:t>
            </a:r>
            <a:r>
              <a:rPr lang="en-US" dirty="0" err="1"/>
              <a:t>fields.slt_strategic_intent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slt_comments</a:t>
            </a:r>
            <a:r>
              <a:rPr lang="en-US" dirty="0"/>
              <a:t>": "$</a:t>
            </a:r>
            <a:r>
              <a:rPr lang="en-US" dirty="0" err="1"/>
              <a:t>fields.slt_comments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type_of_uplift</a:t>
            </a:r>
            <a:r>
              <a:rPr lang="en-US" dirty="0"/>
              <a:t>": "$</a:t>
            </a:r>
            <a:r>
              <a:rPr lang="en-US" dirty="0" err="1"/>
              <a:t>fields.type_of_uplift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justification_for_uplift</a:t>
            </a:r>
            <a:r>
              <a:rPr lang="en-US" dirty="0"/>
              <a:t>": "$</a:t>
            </a:r>
            <a:r>
              <a:rPr lang="en-US" dirty="0" err="1"/>
              <a:t>fields.justification_for_uplift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price_change_percentage</a:t>
            </a:r>
            <a:r>
              <a:rPr lang="en-US" dirty="0"/>
              <a:t>": "$</a:t>
            </a:r>
            <a:r>
              <a:rPr lang="en-US" dirty="0" err="1"/>
              <a:t>fields.price_change_percentage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price_increase_justification</a:t>
            </a:r>
            <a:r>
              <a:rPr lang="en-US" dirty="0"/>
              <a:t>": "$</a:t>
            </a:r>
            <a:r>
              <a:rPr lang="en-US" dirty="0" err="1"/>
              <a:t>fields.price_increase_justification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volume_change_percentage</a:t>
            </a:r>
            <a:r>
              <a:rPr lang="en-US" dirty="0"/>
              <a:t>": "$</a:t>
            </a:r>
            <a:r>
              <a:rPr lang="en-US" dirty="0" err="1"/>
              <a:t>fields.volume_change_percentage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volume_change_total</a:t>
            </a:r>
            <a:r>
              <a:rPr lang="en-US" dirty="0"/>
              <a:t>": "$</a:t>
            </a:r>
            <a:r>
              <a:rPr lang="en-US" dirty="0" err="1"/>
              <a:t>fields.volume_change_total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volume_increase_justification</a:t>
            </a:r>
            <a:r>
              <a:rPr lang="en-US" dirty="0"/>
              <a:t>": "$</a:t>
            </a:r>
            <a:r>
              <a:rPr lang="en-US" dirty="0" err="1"/>
              <a:t>fields.volume_increase_justification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expansion_percentage</a:t>
            </a:r>
            <a:r>
              <a:rPr lang="en-US" dirty="0"/>
              <a:t>": "$</a:t>
            </a:r>
            <a:r>
              <a:rPr lang="en-US" dirty="0" err="1"/>
              <a:t>fields.expansion_percentage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expansion_total</a:t>
            </a:r>
            <a:r>
              <a:rPr lang="en-US" dirty="0"/>
              <a:t>": "$</a:t>
            </a:r>
            <a:r>
              <a:rPr lang="en-US" dirty="0" err="1"/>
              <a:t>fields.expansion_total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expansion_justification</a:t>
            </a:r>
            <a:r>
              <a:rPr lang="en-US" dirty="0"/>
              <a:t>": "$</a:t>
            </a:r>
            <a:r>
              <a:rPr lang="en-US" dirty="0" err="1"/>
              <a:t>fields.expansion_justification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forecasted_renewal_value</a:t>
            </a:r>
            <a:r>
              <a:rPr lang="en-US" dirty="0"/>
              <a:t>": "$</a:t>
            </a:r>
            <a:r>
              <a:rPr lang="en-US" dirty="0" err="1"/>
              <a:t>fields.forecasted_renewal_value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forecasted_renewal_value_w_uplift</a:t>
            </a:r>
            <a:r>
              <a:rPr lang="en-US" dirty="0"/>
              <a:t>": "$</a:t>
            </a:r>
            <a:r>
              <a:rPr lang="en-US" dirty="0" err="1"/>
              <a:t>fields.forecasted_renewal_value_w_uplift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total_uplift_percentage</a:t>
            </a:r>
            <a:r>
              <a:rPr lang="en-US" dirty="0"/>
              <a:t>": "$</a:t>
            </a:r>
            <a:r>
              <a:rPr lang="en-US" dirty="0" err="1"/>
              <a:t>fields.total_uplift_percentage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expected_renewal_duration</a:t>
            </a:r>
            <a:r>
              <a:rPr lang="en-US" dirty="0"/>
              <a:t>": "$</a:t>
            </a:r>
            <a:r>
              <a:rPr lang="en-US" dirty="0" err="1"/>
              <a:t>fields.expected_renewal_duration</a:t>
            </a:r>
            <a:r>
              <a:rPr lang="en-US" dirty="0"/>
              <a:t>",</a:t>
            </a:r>
          </a:p>
          <a:p>
            <a:r>
              <a:rPr lang="en-US" dirty="0"/>
              <a:t>            "final_forecasts_with_uplift_totalFY27": "$fields.final_forecasts_with_uplift_totalFY27",</a:t>
            </a:r>
          </a:p>
          <a:p>
            <a:r>
              <a:rPr lang="en-US" dirty="0"/>
              <a:t>            "final_forecasts_without_uplift_totalFY27": "$fields.final_forecasts_without_uplift_totalFY27",</a:t>
            </a:r>
          </a:p>
          <a:p>
            <a:r>
              <a:rPr lang="en-US" dirty="0"/>
              <a:t>            "</a:t>
            </a:r>
            <a:r>
              <a:rPr lang="en-US" dirty="0" err="1"/>
              <a:t>price_change_total</a:t>
            </a:r>
            <a:r>
              <a:rPr lang="en-US" dirty="0"/>
              <a:t>": "$</a:t>
            </a:r>
            <a:r>
              <a:rPr lang="en-US" dirty="0" err="1"/>
              <a:t>fields.price_change_total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total_uplift_amount_expected</a:t>
            </a:r>
            <a:r>
              <a:rPr lang="en-US" dirty="0"/>
              <a:t>": "$</a:t>
            </a:r>
            <a:r>
              <a:rPr lang="en-US" dirty="0" err="1"/>
              <a:t>fields.total_uplift_amount_expected</a:t>
            </a:r>
            <a:r>
              <a:rPr lang="en-US" dirty="0"/>
              <a:t>",</a:t>
            </a:r>
          </a:p>
          <a:p>
            <a:r>
              <a:rPr lang="en-US" dirty="0"/>
              <a:t>            "</a:t>
            </a:r>
            <a:r>
              <a:rPr lang="en-US" dirty="0" err="1"/>
              <a:t>publish_po_for_esp</a:t>
            </a:r>
            <a:r>
              <a:rPr lang="en-US" dirty="0"/>
              <a:t>": "$</a:t>
            </a:r>
            <a:r>
              <a:rPr lang="en-US" dirty="0" err="1"/>
              <a:t>fields.publish_po_for_esp</a:t>
            </a:r>
            <a:r>
              <a:rPr lang="en-US" dirty="0"/>
              <a:t>",</a:t>
            </a:r>
          </a:p>
          <a:p>
            <a:r>
              <a:rPr lang="en-US" dirty="0"/>
              <a:t>            "commit_amount_q1FY26": "$fields.commit_amount_q1FY26",</a:t>
            </a:r>
          </a:p>
          <a:p>
            <a:r>
              <a:rPr lang="en-US" dirty="0"/>
              <a:t>            "commit_amount_q2FY26": "$fields.commit_amount_q2FY26",</a:t>
            </a:r>
          </a:p>
          <a:p>
            <a:r>
              <a:rPr lang="en-US" dirty="0"/>
              <a:t>            "commit_amount_q3FY26": "$fields.commit_amount_q3FY26",</a:t>
            </a:r>
          </a:p>
          <a:p>
            <a:r>
              <a:rPr lang="en-US" dirty="0"/>
              <a:t>            "commit_amount_q4FY26": "$fields.commit_amount_q4FY26",</a:t>
            </a:r>
          </a:p>
          <a:p>
            <a:r>
              <a:rPr lang="en-US" dirty="0"/>
              <a:t>            "commit_amount_totalFY26": "$fields.commit_amount_totalFY26",</a:t>
            </a:r>
          </a:p>
          <a:p>
            <a:r>
              <a:rPr lang="en-US" dirty="0"/>
              <a:t>            "actuals_amount_q1FY26": "$fields.actuals_amount_q1FY26",</a:t>
            </a:r>
          </a:p>
          <a:p>
            <a:r>
              <a:rPr lang="en-US" dirty="0"/>
              <a:t>            "actuals_amount_q2FY26": "$fields.actuals_amount_q2FY26",</a:t>
            </a:r>
          </a:p>
          <a:p>
            <a:r>
              <a:rPr lang="en-US" dirty="0"/>
              <a:t>            "actuals_amount_q3FY26": "$fields.actuals_amount_q3FY26",</a:t>
            </a:r>
          </a:p>
          <a:p>
            <a:r>
              <a:rPr lang="en-US" dirty="0"/>
              <a:t>            "actuals_amount_q4FY26": "$fields.actuals_amount_q4FY26",</a:t>
            </a:r>
          </a:p>
          <a:p>
            <a:r>
              <a:rPr lang="en-US" dirty="0"/>
              <a:t>            "actuals_amount_totalFY26": "$fields.actuals_amount_totalFY26",</a:t>
            </a:r>
          </a:p>
          <a:p>
            <a:r>
              <a:rPr lang="en-US" dirty="0"/>
              <a:t>            "forecast_amount_q1FY26": "$fields.forecast_amount_q1FY26",</a:t>
            </a:r>
          </a:p>
          <a:p>
            <a:r>
              <a:rPr lang="en-US" dirty="0"/>
              <a:t>            "forecast_amount_q2FY26": "$fields.forecast_amount_q2FY26",</a:t>
            </a:r>
          </a:p>
          <a:p>
            <a:r>
              <a:rPr lang="en-US" dirty="0"/>
              <a:t>            "forecast_amount_q3FY26": "$fields.forecast_amount_q3FY26",</a:t>
            </a:r>
          </a:p>
          <a:p>
            <a:r>
              <a:rPr lang="en-US" dirty="0"/>
              <a:t>            "forecast_amount_q4FY26": "$fields.forecast_amount_q4FY26",</a:t>
            </a:r>
          </a:p>
          <a:p>
            <a:r>
              <a:rPr lang="en-US" dirty="0"/>
              <a:t>            "forecast_total_amountFY26": "$fields.forecast_total_amountFY26",</a:t>
            </a:r>
          </a:p>
          <a:p>
            <a:r>
              <a:rPr lang="en-US" dirty="0"/>
              <a:t>            "expected_change_amount_q1FY26": "$fields.expected_change_amount_q1FY26",</a:t>
            </a:r>
          </a:p>
          <a:p>
            <a:r>
              <a:rPr lang="en-US" dirty="0"/>
              <a:t>            "expected_change_amount_q2FY26": "$fields.expected_change_amount_q2FY26",</a:t>
            </a:r>
          </a:p>
          <a:p>
            <a:r>
              <a:rPr lang="en-US" dirty="0"/>
              <a:t>            "expected_change_amount_q3FY26": "$fields.expected_change_amount_q3FY26",</a:t>
            </a:r>
          </a:p>
          <a:p>
            <a:r>
              <a:rPr lang="en-US" dirty="0"/>
              <a:t>            "expected_change_amount_q4FY26": "$fields.expected_change_amount_q4FY26",</a:t>
            </a:r>
          </a:p>
          <a:p>
            <a:r>
              <a:rPr lang="en-US" dirty="0"/>
              <a:t>            "expected_change_amount_totalFY26": "$fields.expected_change_total_amountFY26",</a:t>
            </a:r>
          </a:p>
          <a:p>
            <a:r>
              <a:rPr lang="en-US" dirty="0"/>
              <a:t>            "price_change_q1FY26": "$fields.price_change_q1FY26",</a:t>
            </a:r>
          </a:p>
          <a:p>
            <a:r>
              <a:rPr lang="en-US" dirty="0"/>
              <a:t>            "price_change_q2FY26": "$fields.price_change_q2FY26",</a:t>
            </a:r>
          </a:p>
          <a:p>
            <a:r>
              <a:rPr lang="en-US" dirty="0"/>
              <a:t>            "price_change_q3FY26": "$fields.price_change_q3FY26",</a:t>
            </a:r>
          </a:p>
          <a:p>
            <a:r>
              <a:rPr lang="en-US" dirty="0"/>
              <a:t>            "price_change_q4FY26": "$fields.price_change_q4FY26",</a:t>
            </a:r>
          </a:p>
          <a:p>
            <a:r>
              <a:rPr lang="en-US" dirty="0"/>
              <a:t>            "price_change_totalFY26": "$fields.price_change_totalFY26",</a:t>
            </a:r>
          </a:p>
          <a:p>
            <a:r>
              <a:rPr lang="en-US" dirty="0"/>
              <a:t>            "volume_change_q1FY26": "$fields.volume_change_q1FY26",</a:t>
            </a:r>
          </a:p>
          <a:p>
            <a:r>
              <a:rPr lang="en-US" dirty="0"/>
              <a:t>            "volume_change_q2FY26": "$fields.volume_change_q2FY26",</a:t>
            </a:r>
          </a:p>
          <a:p>
            <a:r>
              <a:rPr lang="en-US" dirty="0"/>
              <a:t>            "volume_change_q3FY26": "$fields.volume_change_q3FY26",</a:t>
            </a:r>
          </a:p>
          <a:p>
            <a:r>
              <a:rPr lang="en-US" dirty="0"/>
              <a:t>            "volume_change_q4FY26": "$fields.volume_change_q4FY26",</a:t>
            </a:r>
          </a:p>
          <a:p>
            <a:r>
              <a:rPr lang="en-US" dirty="0"/>
              <a:t>            "volume_change_totalFY26": "$fields.volume_change_totalFY26",</a:t>
            </a:r>
          </a:p>
          <a:p>
            <a:r>
              <a:rPr lang="en-US" dirty="0"/>
              <a:t>            "expansion_q1FY26": "$fields.expansion_q1FY26",</a:t>
            </a:r>
          </a:p>
          <a:p>
            <a:r>
              <a:rPr lang="en-US" dirty="0"/>
              <a:t>            "expansion_q2FY26": "$fields.expansion_q2FY26",</a:t>
            </a:r>
          </a:p>
          <a:p>
            <a:r>
              <a:rPr lang="en-US" dirty="0"/>
              <a:t>            "expansion_q3FY26": "$fields.expansion_q3FY26",</a:t>
            </a:r>
          </a:p>
          <a:p>
            <a:r>
              <a:rPr lang="en-US" dirty="0"/>
              <a:t>            "expansion_q4FY26": "$fields.expansion_q4FY26",</a:t>
            </a:r>
          </a:p>
          <a:p>
            <a:r>
              <a:rPr lang="en-US" dirty="0"/>
              <a:t>            "expansion_totalFY26": "$fields.expansion_totalFY26",</a:t>
            </a:r>
          </a:p>
          <a:p>
            <a:r>
              <a:rPr lang="en-US" dirty="0"/>
              <a:t>            "final_forecasts_with_uplift_q1FY26": "$fields.final_forecasts_with_uplift_q1FY26",</a:t>
            </a:r>
          </a:p>
          <a:p>
            <a:r>
              <a:rPr lang="en-US" dirty="0"/>
              <a:t>            "final_forecasts_with_uplift_q2FY26": "$fields.final_forecasts_with_uplift_q2FY26",</a:t>
            </a:r>
          </a:p>
          <a:p>
            <a:r>
              <a:rPr lang="en-US" dirty="0"/>
              <a:t>            "final_forecasts_with_uplift_q3FY26": "$fields.final_forecasts_with_uplift_q3FY26",</a:t>
            </a:r>
          </a:p>
          <a:p>
            <a:r>
              <a:rPr lang="en-US" dirty="0"/>
              <a:t>            "final_forecasts_with_uplift_q4FY26": "$fields.final_forecasts_with_uplift_q4FY26",</a:t>
            </a:r>
          </a:p>
          <a:p>
            <a:r>
              <a:rPr lang="en-US" dirty="0"/>
              <a:t>            "final_forecasts_with_uplift_totalFY26": "$fields.final_forecasts_with_uplift_totalFY26",</a:t>
            </a:r>
          </a:p>
          <a:p>
            <a:r>
              <a:rPr lang="en-US" dirty="0"/>
              <a:t>            "final_forecasts_without_uplift_q1FY26": "$fields.final_forecasts_without_uplift_q1FY26",</a:t>
            </a:r>
          </a:p>
          <a:p>
            <a:r>
              <a:rPr lang="en-US" dirty="0"/>
              <a:t>            "final_forecasts_without_uplift_q2FY26": "$fields.final_forecasts_without_uplift_q2FY26",</a:t>
            </a:r>
          </a:p>
          <a:p>
            <a:r>
              <a:rPr lang="en-US" dirty="0"/>
              <a:t>            "final_forecasts_without_uplift_q3FY26": "$fields.final_forecasts_without_uplift_q3FY26",</a:t>
            </a:r>
          </a:p>
          <a:p>
            <a:r>
              <a:rPr lang="en-US" dirty="0"/>
              <a:t>            "final_forecasts_without_uplift_q4FY26": "$fields.final_forecasts_without_uplift_q4FY26",</a:t>
            </a:r>
          </a:p>
          <a:p>
            <a:r>
              <a:rPr lang="en-US" dirty="0"/>
              <a:t>            "final_forecasts_without_uplift_totalFY26": "$fields.final_forecasts_without_uplift_totalFY26",</a:t>
            </a:r>
          </a:p>
          <a:p>
            <a:r>
              <a:rPr lang="en-US" dirty="0"/>
              <a:t>            "baseline_amount_q1FY26": "$fields.baseline_amount_q1FY26",</a:t>
            </a:r>
          </a:p>
          <a:p>
            <a:r>
              <a:rPr lang="en-US" dirty="0"/>
              <a:t>            "baseline_amount_q2FY26": "$fields.baseline_amount_q2FY26",</a:t>
            </a:r>
          </a:p>
          <a:p>
            <a:r>
              <a:rPr lang="en-US" dirty="0"/>
              <a:t>            "baseline_amount_q3FY26": "$fields.baseline_amount_q3FY26",</a:t>
            </a:r>
          </a:p>
          <a:p>
            <a:r>
              <a:rPr lang="en-US" dirty="0"/>
              <a:t>            "baseline_amount_q4FY26": "$fields.baseline_amount_q4FY26",</a:t>
            </a:r>
          </a:p>
          <a:p>
            <a:r>
              <a:rPr lang="en-US" dirty="0"/>
              <a:t>            "baseline_amount_totalFY26": "$fields.baseline_amount_totalFY26",</a:t>
            </a:r>
          </a:p>
          <a:p>
            <a:r>
              <a:rPr lang="en-US" dirty="0"/>
              <a:t>            "commit_amount_q1FY27": "$fields.commit_amount_q1FY27",</a:t>
            </a:r>
          </a:p>
          <a:p>
            <a:r>
              <a:rPr lang="en-US" dirty="0"/>
              <a:t>            "commit_amount_q2FY27": "$fields.commit_amount_q2FY27",</a:t>
            </a:r>
          </a:p>
          <a:p>
            <a:r>
              <a:rPr lang="en-US" dirty="0"/>
              <a:t>            "commit_amount_q3FY27": "$fields.commit_amount_q3FY27",</a:t>
            </a:r>
          </a:p>
          <a:p>
            <a:r>
              <a:rPr lang="en-US" dirty="0"/>
              <a:t>            "commit_amount_q4FY27": "$fields.commit_amount_q4FY27",</a:t>
            </a:r>
          </a:p>
          <a:p>
            <a:r>
              <a:rPr lang="en-US" dirty="0"/>
              <a:t>            "commit_amount_totalFY27": "$fields.commit_amount_totalFY27",</a:t>
            </a:r>
          </a:p>
          <a:p>
            <a:r>
              <a:rPr lang="en-US" dirty="0"/>
              <a:t>            "actuals_amount_q1FY27": "$fields.actuals_amount_q1FY27",</a:t>
            </a:r>
          </a:p>
          <a:p>
            <a:r>
              <a:rPr lang="en-US" dirty="0"/>
              <a:t>            "actuals_amount_q2FY27": "$fields.actuals_amount_q2FY27",</a:t>
            </a:r>
          </a:p>
          <a:p>
            <a:r>
              <a:rPr lang="en-US" dirty="0"/>
              <a:t>            "actuals_amount_q3FY27": "$fields.actuals_amount_q3FY27",</a:t>
            </a:r>
          </a:p>
          <a:p>
            <a:r>
              <a:rPr lang="en-US" dirty="0"/>
              <a:t>            "actuals_amount_q4FY27": "$fields.actuals_amount_q4FY27",</a:t>
            </a:r>
          </a:p>
          <a:p>
            <a:r>
              <a:rPr lang="en-US" dirty="0"/>
              <a:t>            "actuals_amount_totalFY27": "$fields.actuals_amount_totalFY27",</a:t>
            </a:r>
          </a:p>
          <a:p>
            <a:r>
              <a:rPr lang="en-US" dirty="0"/>
              <a:t>            "forecast_amount_q1FY27": "$fields.forecast_amount_q1FY27",</a:t>
            </a:r>
          </a:p>
          <a:p>
            <a:r>
              <a:rPr lang="en-US" dirty="0"/>
              <a:t>            "forecast_amount_q2FY27": "$fields.forecast_amount_q2FY27",</a:t>
            </a:r>
          </a:p>
          <a:p>
            <a:r>
              <a:rPr lang="en-US" dirty="0"/>
              <a:t>            "forecast_amount_q3FY27": "$fields.forecast_amount_q3FY27",</a:t>
            </a:r>
          </a:p>
          <a:p>
            <a:r>
              <a:rPr lang="en-US" dirty="0"/>
              <a:t>            "forecast_amount_q4FY27": "$fields.forecast_amount_q4FY27",</a:t>
            </a:r>
          </a:p>
          <a:p>
            <a:r>
              <a:rPr lang="en-US" dirty="0"/>
              <a:t>            "forecast_total_amountFY27": "$fields.forecast_total_amountFY27",</a:t>
            </a:r>
          </a:p>
          <a:p>
            <a:r>
              <a:rPr lang="en-US" dirty="0"/>
              <a:t>            "expected_change_amount_q1FY27": "$fields.expected_change_amount_q1FY27",</a:t>
            </a:r>
          </a:p>
          <a:p>
            <a:r>
              <a:rPr lang="en-US" dirty="0"/>
              <a:t>            "expected_change_amount_q2FY27": "$fields.expected_change_amount_q2FY27",</a:t>
            </a:r>
          </a:p>
          <a:p>
            <a:r>
              <a:rPr lang="en-US" dirty="0"/>
              <a:t>            "expected_change_amount_q3FY27": "$fields.expected_change_amount_q3FY27",</a:t>
            </a:r>
          </a:p>
          <a:p>
            <a:r>
              <a:rPr lang="en-US" dirty="0"/>
              <a:t>            "expected_change_amount_q4FY27": "$fields.expected_change_amount_q4FY27",</a:t>
            </a:r>
          </a:p>
          <a:p>
            <a:r>
              <a:rPr lang="en-US" dirty="0"/>
              <a:t>            "expected_change_amount_totalFY27": "$fields.expected_change_total_amountFY27",</a:t>
            </a:r>
          </a:p>
          <a:p>
            <a:r>
              <a:rPr lang="en-US" dirty="0"/>
              <a:t>            "price_change_q1FY27": "$fields.price_change_q1FY27",</a:t>
            </a:r>
          </a:p>
          <a:p>
            <a:r>
              <a:rPr lang="en-US" dirty="0"/>
              <a:t>            "price_change_q2FY27": "$fields.price_change_q2FY27",</a:t>
            </a:r>
          </a:p>
          <a:p>
            <a:r>
              <a:rPr lang="en-US" dirty="0"/>
              <a:t>            "price_change_q3FY27": "$fields.price_change_q3FY27",</a:t>
            </a:r>
          </a:p>
          <a:p>
            <a:r>
              <a:rPr lang="en-US" dirty="0"/>
              <a:t>            "price_change_q4FY27": "$fields.price_change_q4FY27",</a:t>
            </a:r>
          </a:p>
          <a:p>
            <a:r>
              <a:rPr lang="en-US" dirty="0"/>
              <a:t>            "price_change_totalFY27": "$fields.price_change_totalFY27",</a:t>
            </a:r>
          </a:p>
          <a:p>
            <a:r>
              <a:rPr lang="en-US" dirty="0"/>
              <a:t>            "volume_change_q1FY27": "$fields.volume_change_q1FY27",</a:t>
            </a:r>
          </a:p>
          <a:p>
            <a:r>
              <a:rPr lang="en-US" dirty="0"/>
              <a:t>            "volume_change_q2FY27": "$fields.volume_change_q2FY27",</a:t>
            </a:r>
          </a:p>
          <a:p>
            <a:r>
              <a:rPr lang="en-US" dirty="0"/>
              <a:t>            "volume_change_q3FY27": "$fields.volume_change_q3FY27",</a:t>
            </a:r>
          </a:p>
          <a:p>
            <a:r>
              <a:rPr lang="en-US" dirty="0"/>
              <a:t>            "volume_change_q4FY27": "$fields.volume_change_q4FY27",</a:t>
            </a:r>
          </a:p>
          <a:p>
            <a:r>
              <a:rPr lang="en-US" dirty="0"/>
              <a:t>            "volume_change_totalFY27": "$fields.volume_change_totalFY27",</a:t>
            </a:r>
          </a:p>
          <a:p>
            <a:r>
              <a:rPr lang="en-US" dirty="0"/>
              <a:t>            "expansion_q1FY27": "$fields.expansion_q1FY27",</a:t>
            </a:r>
          </a:p>
          <a:p>
            <a:r>
              <a:rPr lang="en-US" dirty="0"/>
              <a:t>            "expansion_q2FY27": "$fields.expansion_q2FY27",</a:t>
            </a:r>
          </a:p>
          <a:p>
            <a:r>
              <a:rPr lang="en-US" dirty="0"/>
              <a:t>            "expansion_q3FY27": "$fields.expansion_q3FY27",</a:t>
            </a:r>
          </a:p>
          <a:p>
            <a:r>
              <a:rPr lang="en-US" dirty="0"/>
              <a:t>            "expansion_q4FY27": "$fields.expansion_q4FY27",</a:t>
            </a:r>
          </a:p>
          <a:p>
            <a:r>
              <a:rPr lang="en-US" dirty="0"/>
              <a:t>            "expansion_totalFY27": "$fields.expansion_totalFY27",</a:t>
            </a:r>
          </a:p>
          <a:p>
            <a:r>
              <a:rPr lang="en-US" dirty="0"/>
              <a:t>            "final_forecasts_with_uplift_q1FY27": "$fields.final_forecasts_with_uplift_q1FY27",</a:t>
            </a:r>
          </a:p>
          <a:p>
            <a:r>
              <a:rPr lang="en-US" dirty="0"/>
              <a:t>            "final_forecasts_with_uplift_q2FY27": "$fields.final_forecasts_with_uplift_q2FY27",</a:t>
            </a:r>
          </a:p>
          <a:p>
            <a:r>
              <a:rPr lang="en-US" dirty="0"/>
              <a:t>            "final_forecasts_with_uplift_q3FY27": "$fields.final_forecasts_with_uplift_q3FY27",</a:t>
            </a:r>
          </a:p>
          <a:p>
            <a:r>
              <a:rPr lang="en-US" dirty="0"/>
              <a:t>            "final_forecasts_with_uplift_q4FY27": "$fields.final_forecasts_with_uplift_q4FY27",</a:t>
            </a:r>
          </a:p>
          <a:p>
            <a:r>
              <a:rPr lang="en-US" dirty="0"/>
              <a:t>            "final_forecasts_without_uplift_q1FY27": "$fields.final_forecasts_without_uplift_q1FY27",</a:t>
            </a:r>
          </a:p>
          <a:p>
            <a:r>
              <a:rPr lang="en-US" dirty="0"/>
              <a:t>            "final_forecasts_without_uplift_q2FY27": "$fields.final_forecasts_without_uplift_q2FY27",</a:t>
            </a:r>
          </a:p>
          <a:p>
            <a:r>
              <a:rPr lang="en-US" dirty="0"/>
              <a:t>            "final_forecasts_without_uplift_q3FY27": "$fields.final_forecasts_without_uplift_q3FY27",</a:t>
            </a:r>
          </a:p>
          <a:p>
            <a:r>
              <a:rPr lang="en-US" dirty="0"/>
              <a:t>            "final_forecasts_without_uplift_q4FY27": "$fields.final_forecasts_without_uplift_q4FY27",</a:t>
            </a:r>
          </a:p>
          <a:p>
            <a:r>
              <a:rPr lang="en-US" dirty="0"/>
              <a:t>            "baseline_amount_q1FY27": "$fields.baseline_amount_q1FY27",</a:t>
            </a:r>
          </a:p>
          <a:p>
            <a:r>
              <a:rPr lang="en-US" dirty="0"/>
              <a:t>            "baseline_amount_q2FY27": "$fields.baseline_amount_q2FY27",</a:t>
            </a:r>
          </a:p>
          <a:p>
            <a:r>
              <a:rPr lang="en-US" dirty="0"/>
              <a:t>            "baseline_amount_q3FY27": "$fields.baseline_amount_q3FY27",</a:t>
            </a:r>
          </a:p>
          <a:p>
            <a:r>
              <a:rPr lang="en-US" dirty="0"/>
              <a:t>            "baseline_amount_q4FY27": "$fields.baseline_amount_q4FY27",</a:t>
            </a:r>
          </a:p>
          <a:p>
            <a:r>
              <a:rPr lang="en-US" dirty="0"/>
              <a:t>            "baseline_amount_totalFY27": "$fields.baseline_amount_totalFY27"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</a:t>
            </a:r>
            <a:r>
              <a:rPr lang="en-US" dirty="0" err="1"/>
              <a:t>attributeCounts</a:t>
            </a:r>
            <a:r>
              <a:rPr lang="en-US" dirty="0"/>
              <a:t>": {</a:t>
            </a:r>
          </a:p>
          <a:p>
            <a:r>
              <a:rPr lang="en-US" dirty="0"/>
              <a:t>            "</a:t>
            </a:r>
            <a:r>
              <a:rPr lang="en-US" dirty="0" err="1"/>
              <a:t>poc</a:t>
            </a:r>
            <a:r>
              <a:rPr lang="en-US" dirty="0"/>
              <a:t>": "$</a:t>
            </a:r>
            <a:r>
              <a:rPr lang="en-US" dirty="0" err="1"/>
              <a:t>addToSet</a:t>
            </a:r>
            <a:r>
              <a:rPr lang="en-US" dirty="0"/>
              <a:t>: $</a:t>
            </a:r>
            <a:r>
              <a:rPr lang="en-US" dirty="0" err="1"/>
              <a:t>fields.po</a:t>
            </a:r>
            <a:r>
              <a:rPr lang="en-US" dirty="0"/>
              <a:t>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"</a:t>
            </a:r>
            <a:r>
              <a:rPr lang="en-US" dirty="0" err="1"/>
              <a:t>attributeOperations</a:t>
            </a:r>
            <a:r>
              <a:rPr lang="en-US" dirty="0"/>
              <a:t>": {},</a:t>
            </a:r>
          </a:p>
          <a:p>
            <a:r>
              <a:rPr lang="en-US" dirty="0"/>
              <a:t>        "</a:t>
            </a:r>
            <a:r>
              <a:rPr lang="en-US" dirty="0" err="1"/>
              <a:t>pageNumber</a:t>
            </a:r>
            <a:r>
              <a:rPr lang="en-US" dirty="0"/>
              <a:t>": 1,</a:t>
            </a:r>
          </a:p>
          <a:p>
            <a:r>
              <a:rPr lang="en-US" dirty="0"/>
              <a:t>        "</a:t>
            </a:r>
            <a:r>
              <a:rPr lang="en-US" dirty="0" err="1"/>
              <a:t>itemsPerPage</a:t>
            </a:r>
            <a:r>
              <a:rPr lang="en-US" dirty="0"/>
              <a:t>": 1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]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Response: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{</a:t>
            </a:r>
          </a:p>
          <a:p>
            <a:r>
              <a:rPr lang="en-US" dirty="0"/>
              <a:t>    "</a:t>
            </a:r>
            <a:r>
              <a:rPr lang="en-US" dirty="0" err="1"/>
              <a:t>correlationId</a:t>
            </a:r>
            <a:r>
              <a:rPr lang="en-US" dirty="0"/>
              <a:t>":  "</a:t>
            </a:r>
            <a:r>
              <a:rPr lang="en-US" dirty="0" err="1"/>
              <a:t>xxxxx</a:t>
            </a:r>
            <a:r>
              <a:rPr lang="en-US" dirty="0"/>
              <a:t>-xx-xx-xx-</a:t>
            </a:r>
            <a:r>
              <a:rPr lang="en-US" dirty="0" err="1"/>
              <a:t>xxxxx</a:t>
            </a:r>
            <a:r>
              <a:rPr lang="en-US" dirty="0"/>
              <a:t>",</a:t>
            </a:r>
          </a:p>
          <a:p>
            <a:r>
              <a:rPr lang="en-US" dirty="0"/>
              <a:t>    "</a:t>
            </a:r>
            <a:r>
              <a:rPr lang="en-US" dirty="0" err="1"/>
              <a:t>statusCode</a:t>
            </a:r>
            <a:r>
              <a:rPr lang="en-US" dirty="0"/>
              <a:t>": 200,</a:t>
            </a:r>
          </a:p>
          <a:p>
            <a:r>
              <a:rPr lang="en-US" dirty="0"/>
              <a:t>    "</a:t>
            </a:r>
            <a:r>
              <a:rPr lang="en-US" dirty="0" err="1"/>
              <a:t>statusReason</a:t>
            </a:r>
            <a:r>
              <a:rPr lang="en-US" dirty="0"/>
              <a:t>": "OK",</a:t>
            </a:r>
          </a:p>
          <a:p>
            <a:r>
              <a:rPr lang="en-US" dirty="0"/>
              <a:t>    "success": true,</a:t>
            </a:r>
          </a:p>
          <a:p>
            <a:r>
              <a:rPr lang="en-US" dirty="0"/>
              <a:t>    "status": "OK",</a:t>
            </a:r>
          </a:p>
          <a:p>
            <a:r>
              <a:rPr lang="en-US" dirty="0"/>
              <a:t>    "</a:t>
            </a:r>
            <a:r>
              <a:rPr lang="en-US" dirty="0" err="1"/>
              <a:t>purchaseOrderRows</a:t>
            </a:r>
            <a:r>
              <a:rPr lang="en-US" dirty="0"/>
              <a:t>": [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</a:t>
            </a:r>
            <a:r>
              <a:rPr lang="en-US" dirty="0" err="1"/>
              <a:t>relData</a:t>
            </a:r>
            <a:r>
              <a:rPr lang="en-US" dirty="0"/>
              <a:t>": {},</a:t>
            </a:r>
          </a:p>
          <a:p>
            <a:r>
              <a:rPr lang="en-US" dirty="0"/>
              <a:t>            "</a:t>
            </a:r>
            <a:r>
              <a:rPr lang="en-US" dirty="0" err="1"/>
              <a:t>poData</a:t>
            </a:r>
            <a:r>
              <a:rPr lang="en-US" dirty="0"/>
              <a:t>": {</a:t>
            </a:r>
          </a:p>
          <a:p>
            <a:r>
              <a:rPr lang="en-US" dirty="0"/>
              <a:t>                "</a:t>
            </a:r>
            <a:r>
              <a:rPr lang="en-US" dirty="0" err="1"/>
              <a:t>parent_id</a:t>
            </a:r>
            <a:r>
              <a:rPr lang="en-US" dirty="0"/>
              <a:t>": {</a:t>
            </a:r>
          </a:p>
          <a:p>
            <a:r>
              <a:rPr lang="en-US" dirty="0"/>
              <a:t>                    "$</a:t>
            </a:r>
            <a:r>
              <a:rPr lang="en-US" dirty="0" err="1"/>
              <a:t>oid</a:t>
            </a:r>
            <a:r>
              <a:rPr lang="en-US" dirty="0"/>
              <a:t>": "68d37ab27b8adc2af634a184"</a:t>
            </a:r>
          </a:p>
          <a:p>
            <a:r>
              <a:rPr lang="en-US" dirty="0"/>
              <a:t>                },</a:t>
            </a:r>
          </a:p>
          <a:p>
            <a:r>
              <a:rPr lang="en-US" dirty="0"/>
              <a:t>                "</a:t>
            </a:r>
            <a:r>
              <a:rPr lang="en-US" dirty="0" err="1"/>
              <a:t>group_id</a:t>
            </a:r>
            <a:r>
              <a:rPr lang="en-US" dirty="0"/>
              <a:t>": "688bd795c8a6f43868910554",</a:t>
            </a:r>
          </a:p>
          <a:p>
            <a:r>
              <a:rPr lang="en-US" dirty="0"/>
              <a:t>                "</a:t>
            </a:r>
            <a:r>
              <a:rPr lang="en-US" dirty="0" err="1"/>
              <a:t>sw_category</a:t>
            </a:r>
            <a:r>
              <a:rPr lang="en-US" dirty="0"/>
              <a:t>": "Below 300K",</a:t>
            </a:r>
          </a:p>
          <a:p>
            <a:r>
              <a:rPr lang="en-US" dirty="0"/>
              <a:t>                "</a:t>
            </a:r>
            <a:r>
              <a:rPr lang="en-US" dirty="0" err="1"/>
              <a:t>cogs_or_opex</a:t>
            </a:r>
            <a:r>
              <a:rPr lang="en-US" dirty="0"/>
              <a:t>": "COGS_CX COGS",</a:t>
            </a:r>
          </a:p>
          <a:p>
            <a:r>
              <a:rPr lang="en-US" dirty="0"/>
              <a:t>                "</a:t>
            </a:r>
            <a:r>
              <a:rPr lang="en-US" dirty="0" err="1"/>
              <a:t>elt_leader</a:t>
            </a:r>
            <a:r>
              <a:rPr lang="en-US" dirty="0"/>
              <a:t>": "</a:t>
            </a:r>
            <a:r>
              <a:rPr lang="en-US" dirty="0" err="1"/>
              <a:t>zoro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slt_leader</a:t>
            </a:r>
            <a:r>
              <a:rPr lang="en-US" dirty="0"/>
              <a:t>": "</a:t>
            </a:r>
            <a:r>
              <a:rPr lang="en-US" dirty="0" err="1"/>
              <a:t>sanji</a:t>
            </a:r>
            <a:r>
              <a:rPr lang="en-US" dirty="0"/>
              <a:t>",</a:t>
            </a:r>
          </a:p>
          <a:p>
            <a:r>
              <a:rPr lang="en-US" dirty="0"/>
              <a:t>                "onex_level4_name": "brook",</a:t>
            </a:r>
          </a:p>
          <a:p>
            <a:r>
              <a:rPr lang="en-US" dirty="0"/>
              <a:t>                "onex_level5_name": "</a:t>
            </a:r>
            <a:r>
              <a:rPr lang="en-US" dirty="0" err="1"/>
              <a:t>nami</a:t>
            </a:r>
            <a:r>
              <a:rPr lang="en-US" dirty="0"/>
              <a:t>",</a:t>
            </a:r>
          </a:p>
          <a:p>
            <a:r>
              <a:rPr lang="en-US" dirty="0"/>
              <a:t>                "onex_level6_name": "robin",</a:t>
            </a:r>
          </a:p>
          <a:p>
            <a:r>
              <a:rPr lang="en-US" dirty="0"/>
              <a:t>                "</a:t>
            </a:r>
            <a:r>
              <a:rPr lang="en-US" dirty="0" err="1"/>
              <a:t>po_term</a:t>
            </a:r>
            <a:r>
              <a:rPr lang="en-US" dirty="0"/>
              <a:t>": 2,</a:t>
            </a:r>
          </a:p>
          <a:p>
            <a:r>
              <a:rPr lang="en-US" dirty="0"/>
              <a:t>                "</a:t>
            </a:r>
            <a:r>
              <a:rPr lang="en-US" dirty="0" err="1"/>
              <a:t>product_owner</a:t>
            </a:r>
            <a:r>
              <a:rPr lang="en-US" dirty="0"/>
              <a:t>": "</a:t>
            </a:r>
            <a:r>
              <a:rPr lang="en-US" dirty="0" err="1"/>
              <a:t>luffy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department_number</a:t>
            </a:r>
            <a:r>
              <a:rPr lang="en-US" dirty="0"/>
              <a:t>": "02234234",</a:t>
            </a:r>
          </a:p>
          <a:p>
            <a:r>
              <a:rPr lang="en-US" dirty="0"/>
              <a:t>                "po": "GMT23SEP021",</a:t>
            </a:r>
          </a:p>
          <a:p>
            <a:r>
              <a:rPr lang="en-US" dirty="0"/>
              <a:t>                "</a:t>
            </a:r>
            <a:r>
              <a:rPr lang="en-US" dirty="0" err="1"/>
              <a:t>po_fiscal_year</a:t>
            </a:r>
            <a:r>
              <a:rPr lang="en-US" dirty="0"/>
              <a:t>": "FY26",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software_publisher</a:t>
            </a:r>
            <a:r>
              <a:rPr lang="en-US" dirty="0"/>
              <a:t>": "SH",</a:t>
            </a:r>
          </a:p>
          <a:p>
            <a:r>
              <a:rPr lang="en-US" dirty="0"/>
              <a:t>                "</a:t>
            </a:r>
            <a:r>
              <a:rPr lang="en-US" dirty="0" err="1"/>
              <a:t>software_title</a:t>
            </a:r>
            <a:r>
              <a:rPr lang="en-US" dirty="0"/>
              <a:t>": "</a:t>
            </a:r>
            <a:r>
              <a:rPr lang="en-US" dirty="0" err="1"/>
              <a:t>TNew</a:t>
            </a:r>
            <a:r>
              <a:rPr lang="en-US" dirty="0"/>
              <a:t> License",</a:t>
            </a:r>
          </a:p>
          <a:p>
            <a:r>
              <a:rPr lang="en-US" dirty="0"/>
              <a:t>                "</a:t>
            </a:r>
            <a:r>
              <a:rPr lang="en-US" dirty="0" err="1"/>
              <a:t>po_amount</a:t>
            </a:r>
            <a:r>
              <a:rPr lang="en-US" dirty="0"/>
              <a:t>": 10.0,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budget_fa</a:t>
            </a:r>
            <a:r>
              <a:rPr lang="en-US" dirty="0"/>
              <a:t>": "Chopper",</a:t>
            </a:r>
          </a:p>
          <a:p>
            <a:r>
              <a:rPr lang="en-US" dirty="0"/>
              <a:t>                "</a:t>
            </a:r>
            <a:r>
              <a:rPr lang="en-US" dirty="0" err="1"/>
              <a:t>po_start_date</a:t>
            </a:r>
            <a:r>
              <a:rPr lang="en-US" dirty="0"/>
              <a:t>": null,</a:t>
            </a:r>
          </a:p>
          <a:p>
            <a:r>
              <a:rPr lang="en-US" dirty="0"/>
              <a:t>                "</a:t>
            </a:r>
            <a:r>
              <a:rPr lang="en-US" dirty="0" err="1"/>
              <a:t>po_end_date</a:t>
            </a:r>
            <a:r>
              <a:rPr lang="en-US" dirty="0"/>
              <a:t>": null,</a:t>
            </a:r>
          </a:p>
          <a:p>
            <a:r>
              <a:rPr lang="en-US" dirty="0"/>
              <a:t>                "</a:t>
            </a:r>
            <a:r>
              <a:rPr lang="en-US" dirty="0" err="1"/>
              <a:t>bk_financial_account_code</a:t>
            </a:r>
            <a:r>
              <a:rPr lang="en-US" dirty="0"/>
              <a:t>": "12312",</a:t>
            </a:r>
          </a:p>
          <a:p>
            <a:r>
              <a:rPr lang="en-US" dirty="0"/>
              <a:t>                "</a:t>
            </a:r>
            <a:r>
              <a:rPr lang="en-US" dirty="0" err="1"/>
              <a:t>adjusted_po_end_date</a:t>
            </a:r>
            <a:r>
              <a:rPr lang="en-US" dirty="0"/>
              <a:t>": null,</a:t>
            </a:r>
          </a:p>
          <a:p>
            <a:r>
              <a:rPr lang="en-US" dirty="0"/>
              <a:t>                "</a:t>
            </a:r>
            <a:r>
              <a:rPr lang="en-US" dirty="0" err="1"/>
              <a:t>adjusted_po_start_date</a:t>
            </a:r>
            <a:r>
              <a:rPr lang="en-US" dirty="0"/>
              <a:t>": null,</a:t>
            </a:r>
          </a:p>
          <a:p>
            <a:r>
              <a:rPr lang="en-US" dirty="0"/>
              <a:t>                "</a:t>
            </a:r>
            <a:r>
              <a:rPr lang="en-US" dirty="0" err="1"/>
              <a:t>fromto_org_if_cross_charge</a:t>
            </a:r>
            <a:r>
              <a:rPr lang="en-US" dirty="0"/>
              <a:t>": "Not XC",</a:t>
            </a:r>
          </a:p>
          <a:p>
            <a:r>
              <a:rPr lang="en-US" dirty="0"/>
              <a:t>                "</a:t>
            </a:r>
            <a:r>
              <a:rPr lang="en-US" dirty="0" err="1"/>
              <a:t>amortization_treatment</a:t>
            </a:r>
            <a:r>
              <a:rPr lang="en-US" dirty="0"/>
              <a:t>": null,</a:t>
            </a:r>
          </a:p>
          <a:p>
            <a:r>
              <a:rPr lang="en-US" dirty="0"/>
              <a:t>                "</a:t>
            </a:r>
            <a:r>
              <a:rPr lang="en-US" dirty="0" err="1"/>
              <a:t>vendor_name</a:t>
            </a:r>
            <a:r>
              <a:rPr lang="en-US" dirty="0"/>
              <a:t>": "SHI",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feature_id</a:t>
            </a:r>
            <a:r>
              <a:rPr lang="en-US" dirty="0"/>
              <a:t>": "c764fc-827b-4fb5-980a-0956f91",</a:t>
            </a:r>
          </a:p>
          <a:p>
            <a:r>
              <a:rPr lang="en-US" dirty="0"/>
              <a:t>                "</a:t>
            </a:r>
            <a:r>
              <a:rPr lang="en-US" dirty="0" err="1"/>
              <a:t>feature_type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signed_contract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forecasted_renewal_value_w_uplift</a:t>
            </a:r>
            <a:r>
              <a:rPr lang="en-US" dirty="0"/>
              <a:t>": 0.0,</a:t>
            </a:r>
          </a:p>
          <a:p>
            <a:r>
              <a:rPr lang="en-US" dirty="0"/>
              <a:t>                "name": "SHIFY26GMT23SEP021",</a:t>
            </a:r>
          </a:p>
          <a:p>
            <a:r>
              <a:rPr lang="en-US" dirty="0"/>
              <a:t>                "</a:t>
            </a:r>
            <a:r>
              <a:rPr lang="en-US" dirty="0" err="1"/>
              <a:t>ignore_auto_amort</a:t>
            </a:r>
            <a:r>
              <a:rPr lang="en-US" dirty="0"/>
              <a:t>": false,</a:t>
            </a:r>
          </a:p>
          <a:p>
            <a:r>
              <a:rPr lang="en-US" dirty="0"/>
              <a:t>                "</a:t>
            </a:r>
            <a:r>
              <a:rPr lang="en-US" dirty="0" err="1"/>
              <a:t>renewal_qtr</a:t>
            </a:r>
            <a:r>
              <a:rPr lang="en-US" dirty="0"/>
              <a:t>": "999-TBD",</a:t>
            </a:r>
          </a:p>
          <a:p>
            <a:r>
              <a:rPr lang="en-US" dirty="0"/>
              <a:t>                "forecast_total_amountFY26": 0.0,</a:t>
            </a:r>
          </a:p>
          <a:p>
            <a:r>
              <a:rPr lang="en-US" dirty="0"/>
              <a:t>                "commit_amount_q1FY26": 10.0,</a:t>
            </a:r>
          </a:p>
          <a:p>
            <a:r>
              <a:rPr lang="en-US" dirty="0"/>
              <a:t>                "commit_amount_q3FY26": 2220.0,</a:t>
            </a:r>
          </a:p>
          <a:p>
            <a:r>
              <a:rPr lang="en-US" dirty="0"/>
              <a:t>                "commit_amount_q2FY26": 3230.0,</a:t>
            </a:r>
          </a:p>
          <a:p>
            <a:r>
              <a:rPr lang="en-US" dirty="0"/>
              <a:t>                "commit_amount_q4FY26": 3330.0,</a:t>
            </a:r>
          </a:p>
          <a:p>
            <a:r>
              <a:rPr lang="en-US" dirty="0"/>
              <a:t>                "actuals_amount_q1FY26": 0.0,</a:t>
            </a:r>
          </a:p>
          <a:p>
            <a:r>
              <a:rPr lang="en-US" dirty="0"/>
              <a:t>                "actuals_amount_q2FY26": 0.0,</a:t>
            </a:r>
          </a:p>
          <a:p>
            <a:r>
              <a:rPr lang="en-US" dirty="0"/>
              <a:t>                "actuals_amount_q3FY26": 0.0,</a:t>
            </a:r>
          </a:p>
          <a:p>
            <a:r>
              <a:rPr lang="en-US" dirty="0"/>
              <a:t>                "actuals_amount_q4FY26": 0.0,</a:t>
            </a:r>
          </a:p>
          <a:p>
            <a:r>
              <a:rPr lang="en-US" dirty="0"/>
              <a:t>                "forecast_amount_q1FY26": 0.0,</a:t>
            </a:r>
          </a:p>
          <a:p>
            <a:r>
              <a:rPr lang="en-US" dirty="0"/>
              <a:t>                "forecast_amount_q2FY26": 0.0,</a:t>
            </a:r>
          </a:p>
          <a:p>
            <a:r>
              <a:rPr lang="en-US" dirty="0"/>
              <a:t>                "forecast_amount_q3FY26": 0.0,</a:t>
            </a:r>
          </a:p>
          <a:p>
            <a:r>
              <a:rPr lang="en-US" dirty="0"/>
              <a:t>                "forecast_amount_q4FY26": 0.0,</a:t>
            </a:r>
          </a:p>
          <a:p>
            <a:r>
              <a:rPr lang="en-US" dirty="0"/>
              <a:t>                "price_change_q1FY26": 0.0,</a:t>
            </a:r>
          </a:p>
          <a:p>
            <a:r>
              <a:rPr lang="en-US" dirty="0"/>
              <a:t>                "price_change_q2FY26": 0.0,</a:t>
            </a:r>
          </a:p>
          <a:p>
            <a:r>
              <a:rPr lang="en-US" dirty="0"/>
              <a:t>                "price_change_q3FY26": 0.0,</a:t>
            </a:r>
          </a:p>
          <a:p>
            <a:r>
              <a:rPr lang="en-US" dirty="0"/>
              <a:t>                "price_change_q4FY26": 0.0,</a:t>
            </a:r>
          </a:p>
          <a:p>
            <a:r>
              <a:rPr lang="en-US" dirty="0"/>
              <a:t>                "price_change_totalFY26": 0.0,</a:t>
            </a:r>
          </a:p>
          <a:p>
            <a:r>
              <a:rPr lang="en-US" dirty="0"/>
              <a:t>                "volume_change_q1FY26": 0.0,</a:t>
            </a:r>
          </a:p>
          <a:p>
            <a:r>
              <a:rPr lang="en-US" dirty="0"/>
              <a:t>                "volume_change_q2FY26": 0.0,</a:t>
            </a:r>
          </a:p>
          <a:p>
            <a:r>
              <a:rPr lang="en-US" dirty="0"/>
              <a:t>                "volume_change_q3FY26": 0.0,</a:t>
            </a:r>
          </a:p>
          <a:p>
            <a:r>
              <a:rPr lang="en-US" dirty="0"/>
              <a:t>                "volume_change_q4FY26": 0.0,</a:t>
            </a:r>
          </a:p>
          <a:p>
            <a:r>
              <a:rPr lang="en-US" dirty="0"/>
              <a:t>                "volume_change_totalFY26": 0.0,</a:t>
            </a:r>
          </a:p>
          <a:p>
            <a:r>
              <a:rPr lang="en-US" dirty="0"/>
              <a:t>                "expansion_q1FY26": 0.0,</a:t>
            </a:r>
          </a:p>
          <a:p>
            <a:r>
              <a:rPr lang="en-US" dirty="0"/>
              <a:t>                "expansion_q2FY26": 0.0,</a:t>
            </a:r>
          </a:p>
          <a:p>
            <a:r>
              <a:rPr lang="en-US" dirty="0"/>
              <a:t>                "expansion_q3FY26": 0.0,</a:t>
            </a:r>
          </a:p>
          <a:p>
            <a:r>
              <a:rPr lang="en-US" dirty="0"/>
              <a:t>                "expansion_q4FY26": 0.0,</a:t>
            </a:r>
          </a:p>
          <a:p>
            <a:r>
              <a:rPr lang="en-US" dirty="0"/>
              <a:t>                "expansion_totalFY26": 0.0,</a:t>
            </a:r>
          </a:p>
          <a:p>
            <a:r>
              <a:rPr lang="en-US" dirty="0"/>
              <a:t>                "final_forecasts_with_uplift_q1FY26": 0.0,</a:t>
            </a:r>
          </a:p>
          <a:p>
            <a:r>
              <a:rPr lang="en-US" dirty="0"/>
              <a:t>                "final_forecasts_with_uplift_q2FY26": 0.0,</a:t>
            </a:r>
          </a:p>
          <a:p>
            <a:r>
              <a:rPr lang="en-US" dirty="0"/>
              <a:t>                "final_forecasts_with_uplift_q3FY26": 0.0,</a:t>
            </a:r>
          </a:p>
          <a:p>
            <a:r>
              <a:rPr lang="en-US" dirty="0"/>
              <a:t>                "final_forecasts_with_uplift_q4FY26": 0.0,</a:t>
            </a:r>
          </a:p>
          <a:p>
            <a:r>
              <a:rPr lang="en-US" dirty="0"/>
              <a:t>                "final_forecasts_with_uplift_totalFY26": 0.0,</a:t>
            </a:r>
          </a:p>
          <a:p>
            <a:r>
              <a:rPr lang="en-US" dirty="0"/>
              <a:t>                "final_forecasts_without_uplift_q1FY26": 0.0,</a:t>
            </a:r>
          </a:p>
          <a:p>
            <a:r>
              <a:rPr lang="en-US" dirty="0"/>
              <a:t>                "final_forecasts_without_uplift_q2FY26": 0.0,</a:t>
            </a:r>
          </a:p>
          <a:p>
            <a:r>
              <a:rPr lang="en-US" dirty="0"/>
              <a:t>                "final_forecasts_without_uplift_q3FY26": 0.0,</a:t>
            </a:r>
          </a:p>
          <a:p>
            <a:r>
              <a:rPr lang="en-US" dirty="0"/>
              <a:t>                "final_forecasts_without_uplift_q4FY26": 0.0,</a:t>
            </a:r>
          </a:p>
          <a:p>
            <a:r>
              <a:rPr lang="en-US" dirty="0"/>
              <a:t>                "final_forecasts_without_uplift_totalFY26": 0.0,</a:t>
            </a:r>
          </a:p>
          <a:p>
            <a:r>
              <a:rPr lang="en-US" dirty="0"/>
              <a:t>                "baseline_amount_q1FY26": 0.0,</a:t>
            </a:r>
          </a:p>
          <a:p>
            <a:r>
              <a:rPr lang="en-US" dirty="0"/>
              <a:t>                "baseline_amount_q2FY26": 0.0,</a:t>
            </a:r>
          </a:p>
          <a:p>
            <a:r>
              <a:rPr lang="en-US" dirty="0"/>
              <a:t>                "baseline_amount_q3FY26": 0.0,</a:t>
            </a:r>
          </a:p>
          <a:p>
            <a:r>
              <a:rPr lang="en-US" dirty="0"/>
              <a:t>                "baseline_amount_q4FY26": 0.0,</a:t>
            </a:r>
          </a:p>
          <a:p>
            <a:r>
              <a:rPr lang="en-US" dirty="0"/>
              <a:t>                "baseline_total_amountFY26": 0.0,</a:t>
            </a:r>
          </a:p>
          <a:p>
            <a:r>
              <a:rPr lang="en-US" dirty="0"/>
              <a:t>                "commit_amount_q1FY27": 3340.0,</a:t>
            </a:r>
          </a:p>
          <a:p>
            <a:r>
              <a:rPr lang="en-US" dirty="0"/>
              <a:t>                "commit_amount_q2FY27": 4440.0,</a:t>
            </a:r>
          </a:p>
          <a:p>
            <a:r>
              <a:rPr lang="en-US" dirty="0"/>
              <a:t>                "commit_amount_q3FY27": 3330.0,</a:t>
            </a:r>
          </a:p>
          <a:p>
            <a:r>
              <a:rPr lang="en-US" dirty="0"/>
              <a:t>                "commit_amount_q4FY27": 3430.0,</a:t>
            </a:r>
          </a:p>
          <a:p>
            <a:r>
              <a:rPr lang="en-US" dirty="0"/>
              <a:t>                "actuals_amount_q1FY27": 0.0,</a:t>
            </a:r>
          </a:p>
          <a:p>
            <a:r>
              <a:rPr lang="en-US" dirty="0"/>
              <a:t>                "actuals_amount_q2FY27": 0.0,</a:t>
            </a:r>
          </a:p>
          <a:p>
            <a:r>
              <a:rPr lang="en-US" dirty="0"/>
              <a:t>                "actuals_amount_q3FY27": 0.0,</a:t>
            </a:r>
          </a:p>
          <a:p>
            <a:r>
              <a:rPr lang="en-US" dirty="0"/>
              <a:t>                "actuals_amount_q4FY27": 0.0,</a:t>
            </a:r>
          </a:p>
          <a:p>
            <a:r>
              <a:rPr lang="en-US" dirty="0"/>
              <a:t>                "forecast_amount_q1FY27": 0.0,</a:t>
            </a:r>
          </a:p>
          <a:p>
            <a:r>
              <a:rPr lang="en-US" dirty="0"/>
              <a:t>                "forecast_amount_q2FY27": 0.0,</a:t>
            </a:r>
          </a:p>
          <a:p>
            <a:r>
              <a:rPr lang="en-US" dirty="0"/>
              <a:t>                "forecast_amount_q3FY27": 0.0,</a:t>
            </a:r>
          </a:p>
          <a:p>
            <a:r>
              <a:rPr lang="en-US" dirty="0"/>
              <a:t>                "forecast_amount_q4FY27": 0.0,</a:t>
            </a:r>
          </a:p>
          <a:p>
            <a:r>
              <a:rPr lang="en-US" dirty="0"/>
              <a:t>                "forecast_total_amountFY27": 0.0,</a:t>
            </a:r>
          </a:p>
          <a:p>
            <a:r>
              <a:rPr lang="en-US" dirty="0"/>
              <a:t>                "price_change_q1FY27": 0.0,</a:t>
            </a:r>
          </a:p>
          <a:p>
            <a:r>
              <a:rPr lang="en-US" dirty="0"/>
              <a:t>                "price_change_q2FY27": 0.0,</a:t>
            </a:r>
          </a:p>
          <a:p>
            <a:r>
              <a:rPr lang="en-US" dirty="0"/>
              <a:t>                "price_change_q3FY27": 0.0,</a:t>
            </a:r>
          </a:p>
          <a:p>
            <a:r>
              <a:rPr lang="en-US" dirty="0"/>
              <a:t>                "price_change_q4FY27": 0.0,</a:t>
            </a:r>
          </a:p>
          <a:p>
            <a:r>
              <a:rPr lang="en-US" dirty="0"/>
              <a:t>                "price_change_totalFY27": 0.0,</a:t>
            </a:r>
          </a:p>
          <a:p>
            <a:r>
              <a:rPr lang="en-US" dirty="0"/>
              <a:t>                "volume_change_q1FY27": 0.0,</a:t>
            </a:r>
          </a:p>
          <a:p>
            <a:r>
              <a:rPr lang="en-US" dirty="0"/>
              <a:t>                "volume_change_q2FY27": 0.0,</a:t>
            </a:r>
          </a:p>
          <a:p>
            <a:r>
              <a:rPr lang="en-US" dirty="0"/>
              <a:t>                "volume_change_q3FY27": 0.0,</a:t>
            </a:r>
          </a:p>
          <a:p>
            <a:r>
              <a:rPr lang="en-US" dirty="0"/>
              <a:t>                "volume_change_q4FY27": 0.0,</a:t>
            </a:r>
          </a:p>
          <a:p>
            <a:r>
              <a:rPr lang="en-US" dirty="0"/>
              <a:t>                "volume_change_totalFY27": 0.0,</a:t>
            </a:r>
          </a:p>
          <a:p>
            <a:r>
              <a:rPr lang="en-US" dirty="0"/>
              <a:t>                "expansion_q1FY27": 0.0,</a:t>
            </a:r>
          </a:p>
          <a:p>
            <a:r>
              <a:rPr lang="en-US" dirty="0"/>
              <a:t>                "expansion_q2FY27": 0.0,</a:t>
            </a:r>
          </a:p>
          <a:p>
            <a:r>
              <a:rPr lang="en-US" dirty="0"/>
              <a:t>                "expansion_q3FY27": 0.0,</a:t>
            </a:r>
          </a:p>
          <a:p>
            <a:r>
              <a:rPr lang="en-US" dirty="0"/>
              <a:t>                "expansion_q4FY27": 0.0,</a:t>
            </a:r>
          </a:p>
          <a:p>
            <a:r>
              <a:rPr lang="en-US" dirty="0"/>
              <a:t>                "expansion_totalFY27": 0.0,</a:t>
            </a:r>
          </a:p>
          <a:p>
            <a:r>
              <a:rPr lang="en-US" dirty="0"/>
              <a:t>                "final_forecasts_with_uplift_q1FY27": 0.0,</a:t>
            </a:r>
          </a:p>
          <a:p>
            <a:r>
              <a:rPr lang="en-US" dirty="0"/>
              <a:t>                "final_forecasts_with_uplift_q2FY27": 0.0,</a:t>
            </a:r>
          </a:p>
          <a:p>
            <a:r>
              <a:rPr lang="en-US" dirty="0"/>
              <a:t>                "final_forecasts_with_uplift_q3FY27": 0.0,</a:t>
            </a:r>
          </a:p>
          <a:p>
            <a:r>
              <a:rPr lang="en-US" dirty="0"/>
              <a:t>                "final_forecasts_with_uplift_q4FY27": 0.0,</a:t>
            </a:r>
          </a:p>
          <a:p>
            <a:r>
              <a:rPr lang="en-US" dirty="0"/>
              <a:t>                "final_forecasts_with_uplift_totalFY27": 0.0,</a:t>
            </a:r>
          </a:p>
          <a:p>
            <a:r>
              <a:rPr lang="en-US" dirty="0"/>
              <a:t>                "final_forecasts_without_uplift_q1FY27": 0.0,</a:t>
            </a:r>
          </a:p>
          <a:p>
            <a:r>
              <a:rPr lang="en-US" dirty="0"/>
              <a:t>                "final_forecasts_without_uplift_q2FY27": 0.0,</a:t>
            </a:r>
          </a:p>
          <a:p>
            <a:r>
              <a:rPr lang="en-US" dirty="0"/>
              <a:t>                "final_forecasts_without_uplift_q3FY27": 0.0,</a:t>
            </a:r>
          </a:p>
          <a:p>
            <a:r>
              <a:rPr lang="en-US" dirty="0"/>
              <a:t>                "final_forecasts_without_uplift_q4FY27": 0.0,</a:t>
            </a:r>
          </a:p>
          <a:p>
            <a:r>
              <a:rPr lang="en-US" dirty="0"/>
              <a:t>                "final_forecasts_without_uplift_totalFY27": 0.0,</a:t>
            </a:r>
          </a:p>
          <a:p>
            <a:r>
              <a:rPr lang="en-US" dirty="0"/>
              <a:t>                "baseline_amount_q1FY27": 0.0,</a:t>
            </a:r>
          </a:p>
          <a:p>
            <a:r>
              <a:rPr lang="en-US" dirty="0"/>
              <a:t>                "baseline_amount_q2FY27": 0.0,</a:t>
            </a:r>
          </a:p>
          <a:p>
            <a:r>
              <a:rPr lang="en-US" dirty="0"/>
              <a:t>                "baseline_amount_q3FY27": 0.0,</a:t>
            </a:r>
          </a:p>
          <a:p>
            <a:r>
              <a:rPr lang="en-US" dirty="0"/>
              <a:t>                "baseline_amount_q4FY27": 0.0,</a:t>
            </a:r>
          </a:p>
          <a:p>
            <a:r>
              <a:rPr lang="en-US" dirty="0"/>
              <a:t>                "baseline_total_amountFY27":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total_uplift_percentage</a:t>
            </a:r>
            <a:r>
              <a:rPr lang="en-US" dirty="0"/>
              <a:t>": 0.0,</a:t>
            </a:r>
          </a:p>
          <a:p>
            <a:r>
              <a:rPr lang="en-US" dirty="0"/>
              <a:t>                "node_level2_name": "Roger",</a:t>
            </a:r>
          </a:p>
          <a:p>
            <a:r>
              <a:rPr lang="en-US" dirty="0"/>
              <a:t>                "node_level3_name": "</a:t>
            </a:r>
            <a:r>
              <a:rPr lang="en-US" dirty="0" err="1"/>
              <a:t>Hawkye</a:t>
            </a:r>
            <a:r>
              <a:rPr lang="en-US" dirty="0"/>
              <a:t>",</a:t>
            </a:r>
          </a:p>
          <a:p>
            <a:r>
              <a:rPr lang="en-US" dirty="0"/>
              <a:t>                "node_level4_name": "</a:t>
            </a:r>
            <a:r>
              <a:rPr lang="en-US" dirty="0" err="1"/>
              <a:t>kizaru</a:t>
            </a:r>
            <a:r>
              <a:rPr lang="en-US" dirty="0"/>
              <a:t>",</a:t>
            </a:r>
          </a:p>
          <a:p>
            <a:r>
              <a:rPr lang="en-US" dirty="0"/>
              <a:t>                "node_level5_name": "</a:t>
            </a:r>
            <a:r>
              <a:rPr lang="en-US" dirty="0" err="1"/>
              <a:t>koby</a:t>
            </a:r>
            <a:r>
              <a:rPr lang="en-US" dirty="0"/>
              <a:t>",</a:t>
            </a:r>
          </a:p>
          <a:p>
            <a:r>
              <a:rPr lang="en-US" dirty="0"/>
              <a:t>                "</a:t>
            </a:r>
            <a:r>
              <a:rPr lang="en-US" dirty="0" err="1"/>
              <a:t>poc</a:t>
            </a:r>
            <a:r>
              <a:rPr lang="en-US" dirty="0"/>
              <a:t>": 1</a:t>
            </a:r>
          </a:p>
          <a:p>
            <a:r>
              <a:rPr lang="en-US" dirty="0"/>
              <a:t>            },</a:t>
            </a:r>
          </a:p>
          <a:p>
            <a:r>
              <a:rPr lang="en-US" dirty="0"/>
              <a:t>            "combine": {</a:t>
            </a:r>
          </a:p>
          <a:p>
            <a:r>
              <a:rPr lang="en-US" dirty="0"/>
              <a:t>                "commit_amount_totalFY26":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total_uplift_amount_expected</a:t>
            </a:r>
            <a:r>
              <a:rPr lang="en-US" dirty="0"/>
              <a:t>": 0.0,</a:t>
            </a:r>
          </a:p>
          <a:p>
            <a:r>
              <a:rPr lang="en-US" dirty="0"/>
              <a:t>                "commit_amount_totalFY27": 0.0,</a:t>
            </a:r>
          </a:p>
          <a:p>
            <a:r>
              <a:rPr lang="en-US" dirty="0"/>
              <a:t>                "forecast_amount_q1FY27": 0.0,</a:t>
            </a:r>
          </a:p>
          <a:p>
            <a:r>
              <a:rPr lang="en-US" dirty="0"/>
              <a:t>                "forecast_amount_q1FY26": 0.0,</a:t>
            </a:r>
          </a:p>
          <a:p>
            <a:r>
              <a:rPr lang="en-US" dirty="0"/>
              <a:t>                "final_forecasts_with_uplift_totalFY27": 0.0,</a:t>
            </a:r>
          </a:p>
          <a:p>
            <a:r>
              <a:rPr lang="en-US" dirty="0"/>
              <a:t>                "final_forecasts_with_uplift_totalFY26": 0.0,</a:t>
            </a:r>
          </a:p>
          <a:p>
            <a:r>
              <a:rPr lang="en-US" dirty="0"/>
              <a:t>                "forecast_amount_q4FY26": 0.0,</a:t>
            </a:r>
          </a:p>
          <a:p>
            <a:r>
              <a:rPr lang="en-US" dirty="0"/>
              <a:t>                "actuals_amount_totalFY27": 0.0,</a:t>
            </a:r>
          </a:p>
          <a:p>
            <a:r>
              <a:rPr lang="en-US" dirty="0"/>
              <a:t>                "actuals_amount_totalFY26": 0.0,</a:t>
            </a:r>
          </a:p>
          <a:p>
            <a:r>
              <a:rPr lang="en-US" dirty="0"/>
              <a:t>                "forecast_amount_q4FY27": 0.0,</a:t>
            </a:r>
          </a:p>
          <a:p>
            <a:r>
              <a:rPr lang="en-US" dirty="0"/>
              <a:t>                "price_change_totalFY27": 0.0,</a:t>
            </a:r>
          </a:p>
          <a:p>
            <a:r>
              <a:rPr lang="en-US" dirty="0"/>
              <a:t>                "price_change_totalFY26": 0.0,</a:t>
            </a:r>
          </a:p>
          <a:p>
            <a:r>
              <a:rPr lang="en-US" dirty="0"/>
              <a:t>                "forecast_total_amountFY27": 0.0,</a:t>
            </a:r>
          </a:p>
          <a:p>
            <a:r>
              <a:rPr lang="en-US" dirty="0"/>
              <a:t>                "expansion_totalFY27": 0.0,</a:t>
            </a:r>
          </a:p>
          <a:p>
            <a:r>
              <a:rPr lang="en-US" dirty="0"/>
              <a:t>                "forecast_total_amountFY26": 0.0,</a:t>
            </a:r>
          </a:p>
          <a:p>
            <a:r>
              <a:rPr lang="en-US" dirty="0"/>
              <a:t>                "</a:t>
            </a:r>
            <a:r>
              <a:rPr lang="en-US" dirty="0" err="1"/>
              <a:t>total_uplift_percentage</a:t>
            </a:r>
            <a:r>
              <a:rPr lang="en-US" dirty="0"/>
              <a:t>": 0.0,</a:t>
            </a:r>
          </a:p>
          <a:p>
            <a:r>
              <a:rPr lang="en-US" dirty="0"/>
              <a:t>                "forecast_amount_q3FY27": 0.0,</a:t>
            </a:r>
          </a:p>
          <a:p>
            <a:r>
              <a:rPr lang="en-US" dirty="0"/>
              <a:t>                "forecast_amount_q3FY26": 0.0,</a:t>
            </a:r>
          </a:p>
          <a:p>
            <a:r>
              <a:rPr lang="en-US" dirty="0"/>
              <a:t>                "expansion_totalFY26": 0.0,</a:t>
            </a:r>
          </a:p>
          <a:p>
            <a:r>
              <a:rPr lang="en-US" dirty="0"/>
              <a:t>                "volume_change_totalFY27": 0.0,</a:t>
            </a:r>
          </a:p>
          <a:p>
            <a:r>
              <a:rPr lang="en-US" dirty="0"/>
              <a:t>                "volume_change_totalFY26": 0.0,</a:t>
            </a:r>
          </a:p>
          <a:p>
            <a:r>
              <a:rPr lang="en-US" dirty="0"/>
              <a:t>                "expected_change_amount_totalFY26": 0.0,</a:t>
            </a:r>
          </a:p>
          <a:p>
            <a:r>
              <a:rPr lang="en-US" dirty="0"/>
              <a:t>                "forecast_amount_q2FY27": 0.0,</a:t>
            </a:r>
          </a:p>
          <a:p>
            <a:r>
              <a:rPr lang="en-US" dirty="0"/>
              <a:t>                "expected_change_amount_totalFY27": 0.0,</a:t>
            </a:r>
          </a:p>
          <a:p>
            <a:r>
              <a:rPr lang="en-US" dirty="0"/>
              <a:t>                "final_forecasts_without_uplift_totalFY27": 0.0,</a:t>
            </a:r>
          </a:p>
          <a:p>
            <a:r>
              <a:rPr lang="en-US" dirty="0"/>
              <a:t>                "final_forecasts_without_uplift_totalFY26": 0.0,</a:t>
            </a:r>
          </a:p>
          <a:p>
            <a:r>
              <a:rPr lang="en-US" dirty="0"/>
              <a:t>                "forecast_amount_q2FY26": 0.0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] 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https://xyz.com/api/dataloader/v1/attributes/purchaseorders/get/aggregateDetails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"filter":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SEARCH_KEY_RoleName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"FINANCIAL_ANALYST_PARTY_KEY"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"$_id",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fields.expense_category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fields.cost_pool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fields.sw_category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fields.cogs_or_opex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"onex_level4_name": "$fields.onex_level4_name",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"onex_level5_name": "$fields.onex_level5_name",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"onex_level6_name": "$fields.onex_level6_name",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fields.primary_contact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fields.product_owner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fields.itam_ce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fields.funding_source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gps_contact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features.fields.gps_contact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"po":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software_publisher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parentFieldsCopy.software_publisher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parentFieldsCopy.software_title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budget_fa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fields.budget_fa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po_requester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fields.po_requester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bk_financial_account_code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fields.bk_financial_account_code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fromto_org_if_cross_charge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fields.fromto_org_if_cross_charge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amortization_treatment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fields.amortization_treatment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sw_usage_category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fields.sw_usage_category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signed_contract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fields.signed_contract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finops_comments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fields.finops_comments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"name": "$fields.name",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ignore_auto_amort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fields.ignore_auto_amort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renewal_qtr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contract_renewal_or_change_quarter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competitive_software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fields.competitive_software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redundant_software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fields.redundant_software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planned_migration_to_cloud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fields.planned_migration_to_cloud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"commit_amount_totalFY26": "$fields.commit_amount_totalFY26",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"actuals_amount_totalFY26": "$fields.actuals_amount_totalFY26",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"forecast_total_amountFY26": "$fields.forecast_total_amountFY26",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"commit_amount_q1FY26": "$fields.commit_amount_q1FY26",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"commit_amount_q3FY26": "$fields.commit_amount_q3FY26",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"commit_amount_q2FY26": "$fields.commit_amount_q2FY26",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"commit_amount_q4FY26": "$fields.commit_amount_q4FY26",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"actuals_amount_q1FY26": "$fields.actuals_amount_q1FY26",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"actuals_amount_q2FY26": "$fields.actuals_amount_q2FY26",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"actuals_amount_q3FY26": "$fields.actuals_amount_q3FY26",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"actuals_amount_q4FY26": "$fields.actuals_amount_q4FY26",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"forecast_amount_q1FY26": "$fields.forecast_amount_q1FY26",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"forecast_amount_q2FY26": "$fields.forecast_amount_q2FY26",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"forecast_amount_q3FY26": "$fields.forecast_amount_q3FY26",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"forecast_amount_q4FY26": "$fields.forecast_amount_q4FY26",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"price_change_q1FY26": "$fields.price_change_q1FY26",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"price_change_q2FY26": "$fields.price_change_q2FY26",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"price_change_q3FY26": "$fields.price_change_q3FY26",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"price_change_q4FY26": "$fields.price_change_q4FY26",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"price_change_totalFY26": "$fields.price_change_totalFY26",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"volume_change_q1FY26": "$fields.volume_change_q1FY26",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"volume_change_q2FY26": "$fields.volume_change_q2FY26",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"volume_change_q3FY26": "$fields.volume_change_q3FY26",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"volume_change_q4FY26": "$fields.volume_change_q4FY26",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"volume_change_totalFY26": "$fields.volume_change_totalFY26",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"expansion_q1FY26": "$fields.expansion_q1FY26",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"expansion_q2FY26": "$fields.expansion_q2FY26",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"expansion_q3FY26": "$fields.expansion_q3FY26",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"expansion_q4FY26": "$fields.expansion_q4FY26",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"expansion_totalFY26": "$fields.expansion_totalFY26",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"final_forecasts_with_uplift_q1FY26": "$fields.final_forecasts_with_uplift_q1FY26",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"final_forecasts_with_uplift_q2FY26": "$fields.final_forecasts_with_uplift_q2FY26",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"final_forecasts_with_uplift_q3FY26": "$fields.final_forecasts_with_uplift_q3FY26",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"final_forecasts_with_uplift_q4FY26": "$fields.final_forecasts_with_uplift_q4FY26",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"final_forecasts_with_uplift_totalFY26": "$fields.final_forecasts_with_uplift_totalFY26",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"final_forecasts_without_uplift_q1FY26": "$fields.final_forecasts_without_uplift_q1FY26",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"final_forecasts_without_uplift_q2FY26": "$fields.final_forecasts_without_uplift_q2FY26",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"final_forecasts_without_uplift_q3FY26": "$fields.final_forecasts_without_uplift_q3FY26",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"final_forecasts_without_uplift_q4FY26": "$fields.final_forecasts_without_uplift_q4FY26",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"final_forecasts_without_uplift_totalFY26": "$fields.final_forecasts_without_uplift_totalFY26",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"expected_change_amount_q1FY26": "$fields.expected_change_amount_q1FY26",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"expected_change_amount_q2FY26": "$fields.expected_change_amount_q2FY26",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"expected_change_amount_q3FY26": "$fields.expected_change_amount_q3FY26",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"expected_change_amount_q4FY26": "$fields.expected_change_amount_q4FY26",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"expected_change_total_amountFY26": "$fields.expected_change_total_amountFY26",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"baseline_amount_q1FY26": "$fields.baseline_amount_q1FY26",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"baseline_amount_q2FY26": "$fields.baseline_amount_q2FY26",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"baseline_amount_q3FY26": "$fields.baseline_amount_q3FY26",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"baseline_amount_q4FY26": "$fields.baseline_amount_q4FY26",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"baseline_total_amountFY26": "$fields.baseline_total_amountFY26",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"commit_amount_q1FY27": "$fields.commit_amount_q1FY27",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"commit_amount_q2FY27": "$fields.commit_amount_q2FY27",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"commit_amount_q3FY27": "$fields.commit_amount_q3FY27",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"commit_amount_q4FY27": "$fields.commit_amount_q4FY27",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"commit_amount_totalFY27": "$fields.commit_amount_totalFY27",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"actuals_amount_q1FY27": "$fields.actuals_amount_q1FY27",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"actuals_amount_q2FY27": "$fields.actuals_amount_q2FY27",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"actuals_amount_q3FY27": "$fields.actuals_amount_q3FY27",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"actuals_amount_q4FY27": "$fields.actuals_amount_q4FY27",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"actuals_amount_totalFY27": "$fields.actuals_amount_totalFY27",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"forecast_amount_q1FY27": "$fields.forecast_amount_q1FY27",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"forecast_amount_q2FY27": "$fields.forecast_amount_q2FY27",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"forecast_amount_q3FY27": "$fields.forecast_amount_q3FY27",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"forecast_amount_q4FY27": "$fields.forecast_amount_q4FY27",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"forecast_total_amountFY27": "$fields.forecast_total_amountFY27",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"price_change_q1FY27": "$fields.price_change_q1FY27",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"price_change_q2FY27": "$fields.price_change_q2FY27",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"price_change_q3FY27": "$fields.price_change_q3FY27",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"price_change_q4FY27": "$fields.price_change_q4FY27",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"price_change_totalFY27": "$fields.price_change_totalFY27",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"volume_change_q1FY27": "$fields.volume_change_q1FY27",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"volume_change_q2FY27": "$fields.volume_change_q2FY27",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"volume_change_q3FY27": "$fields.volume_change_q3FY27",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"volume_change_q4FY27": "$fields.volume_change_q4FY27",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"volume_change_totalFY27": "$fields.volume_change_totalFY27",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"expansion_q1FY27": "$fields.expansion_q1FY27",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"expansion_q2FY27": "$fields.expansion_q2FY27",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"expansion_q3FY27": "$fields.expansion_q3FY27",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"expansion_q4FY27": "$fields.expansion_q4FY27",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"expansion_totalFY27": "$fields.expansion_totalFY27",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"final_forecasts_with_uplift_q1FY27": "$fields.final_forecasts_with_uplift_q1FY27",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"final_forecasts_with_uplift_q2FY27": "$fields.final_forecasts_with_uplift_q2FY27",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"final_forecasts_with_uplift_q3FY27": "$fields.final_forecasts_with_uplift_q3FY27",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"final_forecasts_with_uplift_q4FY27": "$fields.final_forecasts_with_uplift_q4FY27",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"final_forecasts_with_uplift_totalFY27": "$fields.final_forecasts_with_uplift_totalFY27",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"final_forecasts_without_uplift_q1FY27": "$fields.final_forecasts_without_uplift_q1FY27",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"final_forecasts_without_uplift_q2FY27": "$fields.final_forecasts_without_uplift_q2FY27",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"final_forecasts_without_uplift_q3FY27": "$fields.final_forecasts_without_uplift_q3FY27",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"final_forecasts_without_uplift_q4FY27": "$fields.final_forecasts_without_uplift_q4FY27",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"final_forecasts_without_uplift_totalFY27": "$fields.final_forecasts_without_uplift_totalFY27",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"expected_change_amount_q1FY27": "$fields.expected_change_amount_q1FY27",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"expected_change_amount_q2FY27": "$fields.expected_change_amount_q2FY27",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"expected_change_amount_q3FY27": "$fields.expected_change_amount_q3FY27",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"expected_change_amount_q4FY27": "$fields.expected_change_amount_q4FY27",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"expected_change_total_amountFY27": "$fields.expected_change_total_amountFY27",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"baseline_amount_q1FY27": "$fields.baseline_amount_q1FY27",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"baseline_amount_q2FY27": "$fields.baseline_amount_q2FY27",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"baseline_amount_q3FY27": "$fields.baseline_amount_q3FY27",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"baseline_amount_q4FY27": "$fields.baseline_amount_q4FY27",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"baseline_total_amountFY27": "$fields.baseline_total_amountFY27",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"expected_change_amount_totalFY26": "$fields.expected_change_amount_totalFY26",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"baseline_amount_totalFY26": "$fields.baseline_amount_totalFY26",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"expected_change_amount_totalFY27": "$fields.expected_change_amount_totalFY27",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"baseline_amount_totalFY27": "$fields.baseline_amount_totalFY27",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"node_level2_name": "$fields.node_level2_name",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"node_level3_name": "$fields.node_level3_name",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"node_level4_name": "$fields.node_level4_name",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"node_level5_name": "$fields.node_level5_name"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attributeCounts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addToSet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derivedFieldFilter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"DESCENDING"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faportfolio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"filter":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"$_id",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features._id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fields.related_po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fields.po_amount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fields.adjusted_po_start_date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fields.po_end_date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fields.po_start_date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fields.po_term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fields.renewal_complete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fields.opportunity_status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fields.po_title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parent_po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relatedpoRow.fields.po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re_renewal_qtr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contract_renewal_or_change_quarter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fields.incremental_or_renewal_comments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fields.pos_being_consolidated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fields.slt_strategic_intent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fields.slt_comments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fields.type_of_uplift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fields.justification_for_uplift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fields.volume_increase_justification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fields.expansion_justification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fields.forecasted_renewal_value_w_uplift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fields.forecasted_renewal_value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fields.total_uplift_percentage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fields.expected_renewal_duration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fields.known_change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re_publish_po_for_esp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"final_forecasts_with_uplift_totalFY27": "$fields.final_forecasts_with_uplift_totalFY27",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"final_forecasts_without_uplift_totalFY27": "$fields.final_forecasts_without_uplift_totalFY27",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fields.price_change_total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fields.price_change_percentage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fields.volume_change_percentage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fields.expansion_percentage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total_uplift_amount_expected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fields.total_uplift_amount_expected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"commit_amount_q1FY26": "$fields.commit_amount_q1FY26",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"commit_amount_q2FY26": "$fields.commit_amount_q2FY26",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"commit_amount_q3FY26": "$fields.commit_amount_q3FY26",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"commit_amount_q4FY26": "$fields.commit_amount_q4FY26",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"commit_amount_totalFY26": "$fields.commit_amount_totalFY26",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"actuals_amount_q1FY26": "$fields.actuals_amount_q1FY26",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"actuals_amount_q2FY26": "$fields.actuals_amount_q2FY26",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"actuals_amount_q3FY26": "$fields.actuals_amount_q3FY26",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"actuals_amount_q4FY26": "$fields.actuals_amount_q4FY26",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"actuals_amount_totalFY26": "$fields.actuals_amount_totalFY26",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"forecast_amount_q1FY26": "$fields.forecast_amount_q1FY26",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"forecast_amount_q2FY26": "$fields.forecast_amount_q2FY26",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"forecast_amount_q3FY26": "$fields.forecast_amount_q3FY26",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"forecast_amount_q4FY26": "$fields.forecast_amount_q4FY26",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"price_change_q1FY26": "$fields.price_change_q1FY26",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"price_change_q2FY26": "$fields.price_change_q2FY26",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"price_change_q3FY26": "$fields.price_change_q3FY26",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"price_change_q4FY26": "$fields.price_change_q4FY26",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"price_change_totalFY26": "$fields.price_change_totalFY26",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"volume_change_q1FY26": "$fields.volume_change_q1FY26",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"volume_change_q2FY26": "$fields.volume_change_q2FY26",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"volume_change_q3FY26": "$fields.volume_change_q3FY26",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"volume_change_q4FY26": "$fields.volume_change_q4FY26",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"volume_change_totalFY26": "$fields.volume_change_totalFY26",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"expansion_q1FY26": "$fields.expansion_q1FY26",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"expansion_q2FY26": "$fields.expansion_q2FY26",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"expansion_q3FY26": "$fields.expansion_q3FY26",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"expansion_q4FY26": "$fields.expansion_q4FY26",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"expansion_totalFY26": "$fields.expansion_totalFY26",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"final_forecasts_with_uplift_q1FY26": "$fields.final_forecasts_with_uplift_q1FY26",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"final_forecasts_with_uplift_q2FY26": "$fields.final_forecasts_with_uplift_q2FY26",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"final_forecasts_with_uplift_q3FY26": "$fields.final_forecasts_with_uplift_q3FY26",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"final_forecasts_with_uplift_q4FY26": "$fields.final_forecasts_with_uplift_q4FY26",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"final_forecasts_with_uplift_totalFY26": "$fields.final_forecasts_with_uplift_totalFY26",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"final_forecasts_without_uplift_q1FY26": "$fields.final_forecasts_without_uplift_q1FY26",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"final_forecasts_without_uplift_q2FY26": "$fields.final_forecasts_without_uplift_q2FY26",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"final_forecasts_without_uplift_q3FY26": "$fields.final_forecasts_without_uplift_q3FY26",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"final_forecasts_without_uplift_q4FY26": "$fields.final_forecasts_without_uplift_q4FY26",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"final_forecasts_without_uplift_totalFY26": "$fields.final_forecasts_without_uplift_totalFY26",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"expected_change_amount_q1FY26": "$fields.expected_change_amount_q1FY26",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"expected_change_amount_q2FY26": "$fields.expected_change_amount_q2FY26",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"expected_change_amount_q3FY26": "$fields.expected_change_amount_q3FY26",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"expected_change_amount_q4FY26": "$fields.expected_change_amount_q4FY26",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"expected_change_total_amountFY26": "$fields.expected_change_total_amountFY26",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"baseline_amount_q1FY26": "$fields.baseline_amount_q1FY26",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"baseline_amount_q2FY26": "$fields.baseline_amount_q2FY26",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"baseline_amount_q3FY26": "$fields.baseline_amount_q3FY26",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"baseline_amount_q4FY26": "$fields.baseline_amount_q4FY26",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"baseline_total_amountFY26": "$fields.baseline_total_amountFY26",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"commit_amount_q1FY27": "$fields.commit_amount_q1FY27",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"commit_amount_q2FY27": "$fields.commit_amount_q2FY27",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"commit_amount_q3FY27": "$fields.commit_amount_q3FY27",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"commit_amount_q4FY27": "$fields.commit_amount_q4FY27",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"commit_amount_totalFY27": "$fields.commit_amount_totalFY27",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"actuals_amount_q1FY27": "$fields.actuals_amount_q1FY27",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"actuals_amount_q2FY27": "$fields.actuals_amount_q2FY27",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"actuals_amount_q3FY27": "$fields.actuals_amount_q3FY27",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"actuals_amount_q4FY27": "$fields.actuals_amount_q4FY27",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"actuals_amount_totalFY27": "$fields.actuals_amount_totalFY27",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"forecast_amount_q1FY27": "$fields.forecast_amount_q1FY27",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"forecast_amount_q2FY27": "$fields.forecast_amount_q2FY27",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"forecast_amount_q3FY27": "$fields.forecast_amount_q3FY27",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"forecast_amount_q4FY27": "$fields.forecast_amount_q4FY27",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"price_change_q1FY27": "$fields.price_change_q1FY27",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"price_change_q2FY27": "$fields.price_change_q2FY27",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"price_change_q3FY27": "$fields.price_change_q3FY27",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"price_change_q4FY27": "$fields.price_change_q4FY27",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"price_change_totalFY27": "$fields.price_change_totalFY27",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"volume_change_q1FY27": "$fields.volume_change_q1FY27",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"volume_change_q2FY27": "$fields.volume_change_q2FY27",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"volume_change_q3FY27": "$fields.volume_change_q3FY27",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"volume_change_q4FY27": "$fields.volume_change_q4FY27",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"volume_change_totalFY27": "$fields.volume_change_totalFY27",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"expansion_q1FY27": "$fields.expansion_q1FY27",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"expansion_q2FY27": "$fields.expansion_q2FY27",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"expansion_q3FY27": "$fields.expansion_q3FY27",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"expansion_q4FY27": "$fields.expansion_q4FY27",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"expansion_totalFY27": "$fields.expansion_totalFY27",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"final_forecasts_with_uplift_q1FY27": "$fields.final_forecasts_with_uplift_q1FY27",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"final_forecasts_with_uplift_q2FY27": "$fields.final_forecasts_with_uplift_q2FY27",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"final_forecasts_with_uplift_q3FY27": "$fields.final_forecasts_with_uplift_q3FY27",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"final_forecasts_with_uplift_q4FY27": "$fields.final_forecasts_with_uplift_q4FY27",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"final_forecasts_without_uplift_q1FY27": "$fields.final_forecasts_without_uplift_q1FY27",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"final_forecasts_without_uplift_q2FY27": "$fields.final_forecasts_without_uplift_q2FY27",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"final_forecasts_without_uplift_q3FY27": "$fields.final_forecasts_without_uplift_q3FY27",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"final_forecasts_without_uplift_q4FY27": "$fields.final_forecasts_without_uplift_q4FY27",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"expected_change_amount_q1FY27": "$fields.expected_change_amount_q1FY27",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"expected_change_amount_q2FY27": "$fields.expected_change_amount_q2FY27",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"expected_change_amount_q3FY27": "$fields.expected_change_amount_q3FY27",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"expected_change_amount_q4FY27": "$fields.expected_change_amount_q4FY27",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"expected_change_total_amountFY27": "$fields.expected_change_total_amountFY27",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"baseline_amount_q1FY27": "$fields.baseline_amount_q1FY27",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"baseline_amount_q2FY27": "$fields.baseline_amount_q2FY27",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"baseline_amount_q3FY27": "$fields.baseline_amount_q3FY27",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"baseline_amount_q4FY27": "$fields.baseline_amount_q4FY27",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"baseline_total_amountFY27": "$fields.baseline_total_amountFY27",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"forecast_total_amountFY26": "$fields.forecast_total_amountFY26",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"expected_change_amount_totalFY26": "$fields.expected_change_amount_totalFY26",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"baseline_amount_totalFY26": "$fields.baseline_amount_totalFY26",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"forecast_total_amountFY27": "$fields.forecast_total_amountFY27",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"expected_change_amount_totalFY27": "$fields.expected_change_amount_totalFY27",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"baseline_amount_totalFY27": "$fields.baseline_amount_totalFY27",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fields.publish_po_for_esp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attributeCounts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addToSet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derivedFieldFilter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"sort":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"po",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"DESCENDING"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],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faportfolio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	"</a:t>
            </a:r>
            <a:r>
              <a:rPr lang="en-US" dirty="0" err="1"/>
              <a:t>correlationId</a:t>
            </a:r>
            <a:r>
              <a:rPr lang="en-US" dirty="0"/>
              <a:t>": "</a:t>
            </a:r>
            <a:r>
              <a:rPr lang="en-US" dirty="0" err="1"/>
              <a:t>xxxxx</a:t>
            </a:r>
            <a:r>
              <a:rPr lang="en-US" dirty="0"/>
              <a:t>-xx-xx-xx-</a:t>
            </a:r>
            <a:r>
              <a:rPr lang="en-US" dirty="0" err="1"/>
              <a:t>xxxxx</a:t>
            </a:r>
            <a:r>
              <a:rPr lang="en-US" dirty="0"/>
              <a:t>",</a:t>
            </a:r>
          </a:p>
          <a:p>
            <a:r>
              <a:rPr lang="en-US" dirty="0"/>
              <a:t>	"</a:t>
            </a:r>
            <a:r>
              <a:rPr lang="en-US" dirty="0" err="1"/>
              <a:t>statusCode</a:t>
            </a:r>
            <a:r>
              <a:rPr lang="en-US" dirty="0"/>
              <a:t>": 200,</a:t>
            </a:r>
          </a:p>
          <a:p>
            <a:r>
              <a:rPr lang="en-US" dirty="0"/>
              <a:t>	"</a:t>
            </a:r>
            <a:r>
              <a:rPr lang="en-US" dirty="0" err="1"/>
              <a:t>statusReason</a:t>
            </a:r>
            <a:r>
              <a:rPr lang="en-US" dirty="0"/>
              <a:t>": "OK",</a:t>
            </a:r>
          </a:p>
          <a:p>
            <a:r>
              <a:rPr lang="en-US" dirty="0"/>
              <a:t>	"success": true,</a:t>
            </a:r>
          </a:p>
          <a:p>
            <a:r>
              <a:rPr lang="en-US" dirty="0"/>
              <a:t>	"status": "OK",</a:t>
            </a:r>
          </a:p>
          <a:p>
            <a:r>
              <a:rPr lang="en-US" dirty="0"/>
              <a:t>	"</a:t>
            </a:r>
            <a:r>
              <a:rPr lang="en-US" dirty="0" err="1"/>
              <a:t>purchaseOrderRows</a:t>
            </a:r>
            <a:r>
              <a:rPr lang="en-US" dirty="0"/>
              <a:t>": [</a:t>
            </a:r>
          </a:p>
          <a:p>
            <a:r>
              <a:rPr lang="en-US" dirty="0"/>
              <a:t>		{</a:t>
            </a:r>
          </a:p>
          <a:p>
            <a:r>
              <a:rPr lang="en-US" dirty="0"/>
              <a:t>			"</a:t>
            </a:r>
            <a:r>
              <a:rPr lang="en-US" dirty="0" err="1"/>
              <a:t>relData</a:t>
            </a:r>
            <a:r>
              <a:rPr lang="en-US" dirty="0"/>
              <a:t>": {</a:t>
            </a:r>
          </a:p>
          <a:p>
            <a:r>
              <a:rPr lang="en-US" dirty="0"/>
              <a:t>				"</a:t>
            </a:r>
            <a:r>
              <a:rPr lang="en-US" dirty="0" err="1"/>
              <a:t>parent_id</a:t>
            </a:r>
            <a:r>
              <a:rPr lang="en-US" dirty="0"/>
              <a:t>": {</a:t>
            </a:r>
          </a:p>
          <a:p>
            <a:r>
              <a:rPr lang="en-US" dirty="0"/>
              <a:t>					"$</a:t>
            </a:r>
            <a:r>
              <a:rPr lang="en-US" dirty="0" err="1"/>
              <a:t>oid</a:t>
            </a:r>
            <a:r>
              <a:rPr lang="en-US" dirty="0"/>
              <a:t>": "68d37ab67b8ad444c2af634a188"</a:t>
            </a:r>
          </a:p>
          <a:p>
            <a:r>
              <a:rPr lang="en-US" dirty="0"/>
              <a:t>				},</a:t>
            </a:r>
          </a:p>
          <a:p>
            <a:r>
              <a:rPr lang="en-US" dirty="0"/>
              <a:t>				"</a:t>
            </a:r>
            <a:r>
              <a:rPr lang="en-US" dirty="0" err="1"/>
              <a:t>group_id</a:t>
            </a:r>
            <a:r>
              <a:rPr lang="en-US" dirty="0"/>
              <a:t>": "68d37ab37b8ad444c2af634a187",</a:t>
            </a:r>
          </a:p>
          <a:p>
            <a:r>
              <a:rPr lang="en-US" dirty="0"/>
              <a:t>				"</a:t>
            </a:r>
            <a:r>
              <a:rPr lang="en-US" dirty="0" err="1"/>
              <a:t>feature_id</a:t>
            </a:r>
            <a:r>
              <a:rPr lang="en-US" dirty="0"/>
              <a:t>": [</a:t>
            </a:r>
          </a:p>
          <a:p>
            <a:r>
              <a:rPr lang="en-US" dirty="0"/>
              <a:t>					"79c2294-1f3-4E3f-986d-71444rr7a7"</a:t>
            </a:r>
          </a:p>
          <a:p>
            <a:r>
              <a:rPr lang="en-US" dirty="0"/>
              <a:t>				],</a:t>
            </a:r>
          </a:p>
          <a:p>
            <a:r>
              <a:rPr lang="en-US" dirty="0"/>
              <a:t>				"</a:t>
            </a:r>
            <a:r>
              <a:rPr lang="en-US" dirty="0" err="1"/>
              <a:t>re_po</a:t>
            </a:r>
            <a:r>
              <a:rPr lang="en-US" dirty="0"/>
              <a:t>": "(DATATEST1)",</a:t>
            </a:r>
          </a:p>
          <a:p>
            <a:r>
              <a:rPr lang="en-US" dirty="0"/>
              <a:t>				"</a:t>
            </a:r>
            <a:r>
              <a:rPr lang="en-US" dirty="0" err="1"/>
              <a:t>re_related_po</a:t>
            </a:r>
            <a:r>
              <a:rPr lang="en-US" dirty="0"/>
              <a:t>": "DATATEST1",</a:t>
            </a:r>
          </a:p>
          <a:p>
            <a:r>
              <a:rPr lang="en-US" dirty="0"/>
              <a:t>				"</a:t>
            </a:r>
            <a:r>
              <a:rPr lang="en-US" dirty="0" err="1"/>
              <a:t>re_po_amount</a:t>
            </a:r>
            <a:r>
              <a:rPr lang="en-US" dirty="0"/>
              <a:t>": 0.0,</a:t>
            </a:r>
          </a:p>
          <a:p>
            <a:r>
              <a:rPr lang="en-US" dirty="0"/>
              <a:t>				"</a:t>
            </a:r>
            <a:r>
              <a:rPr lang="en-US" dirty="0" err="1"/>
              <a:t>re_adjusted_po_end_date</a:t>
            </a:r>
            <a:r>
              <a:rPr lang="en-US" dirty="0"/>
              <a:t>": 1914192000000,</a:t>
            </a:r>
          </a:p>
          <a:p>
            <a:r>
              <a:rPr lang="en-US" dirty="0"/>
              <a:t>				"</a:t>
            </a:r>
            <a:r>
              <a:rPr lang="en-US" dirty="0" err="1"/>
              <a:t>re_adjusted_po_start_date</a:t>
            </a:r>
            <a:r>
              <a:rPr lang="en-US" dirty="0"/>
              <a:t>": null,</a:t>
            </a:r>
          </a:p>
          <a:p>
            <a:r>
              <a:rPr lang="en-US" dirty="0"/>
              <a:t>				"</a:t>
            </a:r>
            <a:r>
              <a:rPr lang="en-US" dirty="0" err="1"/>
              <a:t>re_po_end_date</a:t>
            </a:r>
            <a:r>
              <a:rPr lang="en-US" dirty="0"/>
              <a:t>": null,</a:t>
            </a:r>
          </a:p>
          <a:p>
            <a:r>
              <a:rPr lang="en-US" dirty="0"/>
              <a:t>				"</a:t>
            </a:r>
            <a:r>
              <a:rPr lang="en-US" dirty="0" err="1"/>
              <a:t>re_po_start_date</a:t>
            </a:r>
            <a:r>
              <a:rPr lang="en-US" dirty="0"/>
              <a:t>": null,</a:t>
            </a:r>
          </a:p>
          <a:p>
            <a:r>
              <a:rPr lang="en-US" dirty="0"/>
              <a:t>				"</a:t>
            </a:r>
            <a:r>
              <a:rPr lang="en-US" dirty="0" err="1"/>
              <a:t>re_renewal_po</a:t>
            </a:r>
            <a:r>
              <a:rPr lang="en-US" dirty="0"/>
              <a:t>": "(TEST2)",</a:t>
            </a:r>
          </a:p>
          <a:p>
            <a:r>
              <a:rPr lang="en-US" dirty="0"/>
              <a:t>				"</a:t>
            </a:r>
            <a:r>
              <a:rPr lang="en-US" dirty="0" err="1"/>
              <a:t>re_po_term</a:t>
            </a:r>
            <a:r>
              <a:rPr lang="en-US" dirty="0"/>
              <a:t>": null,</a:t>
            </a:r>
          </a:p>
          <a:p>
            <a:r>
              <a:rPr lang="en-US" dirty="0"/>
              <a:t>				"</a:t>
            </a:r>
            <a:r>
              <a:rPr lang="en-US" dirty="0" err="1"/>
              <a:t>po_fiscal_year</a:t>
            </a:r>
            <a:r>
              <a:rPr lang="en-US" dirty="0"/>
              <a:t>": "FY28",</a:t>
            </a:r>
          </a:p>
          <a:p>
            <a:r>
              <a:rPr lang="en-US" dirty="0"/>
              <a:t>				"</a:t>
            </a:r>
            <a:r>
              <a:rPr lang="en-US" dirty="0" err="1"/>
              <a:t>re_opportunity_status</a:t>
            </a:r>
            <a:r>
              <a:rPr lang="en-US" dirty="0"/>
              <a:t>": "Not Yet Started",</a:t>
            </a:r>
          </a:p>
          <a:p>
            <a:r>
              <a:rPr lang="en-US" dirty="0"/>
              <a:t>				"</a:t>
            </a:r>
            <a:r>
              <a:rPr lang="en-US" dirty="0" err="1"/>
              <a:t>parent_po</a:t>
            </a:r>
            <a:r>
              <a:rPr lang="en-US" dirty="0"/>
              <a:t>": "DATATEST1",</a:t>
            </a:r>
          </a:p>
          <a:p>
            <a:r>
              <a:rPr lang="en-US" dirty="0"/>
              <a:t>				"</a:t>
            </a:r>
            <a:r>
              <a:rPr lang="en-US" dirty="0" err="1"/>
              <a:t>re_department_number</a:t>
            </a:r>
            <a:r>
              <a:rPr lang="en-US" dirty="0"/>
              <a:t>": "0233434",</a:t>
            </a:r>
          </a:p>
          <a:p>
            <a:r>
              <a:rPr lang="en-US" dirty="0"/>
              <a:t>				"</a:t>
            </a:r>
            <a:r>
              <a:rPr lang="en-US" dirty="0" err="1"/>
              <a:t>re_renewal_qtr</a:t>
            </a:r>
            <a:r>
              <a:rPr lang="en-US" dirty="0"/>
              <a:t>": "Q1 FY28",</a:t>
            </a:r>
          </a:p>
          <a:p>
            <a:r>
              <a:rPr lang="en-US" dirty="0"/>
              <a:t>				"</a:t>
            </a:r>
            <a:r>
              <a:rPr lang="en-US" dirty="0" err="1"/>
              <a:t>re_volume_change_total</a:t>
            </a:r>
            <a:r>
              <a:rPr lang="en-US" dirty="0"/>
              <a:t>": 0.0,</a:t>
            </a:r>
          </a:p>
          <a:p>
            <a:r>
              <a:rPr lang="en-US" dirty="0"/>
              <a:t>				"</a:t>
            </a:r>
            <a:r>
              <a:rPr lang="en-US" dirty="0" err="1"/>
              <a:t>re_expansion_total</a:t>
            </a:r>
            <a:r>
              <a:rPr lang="en-US" dirty="0"/>
              <a:t>": 0.0,</a:t>
            </a:r>
          </a:p>
          <a:p>
            <a:r>
              <a:rPr lang="en-US" dirty="0"/>
              <a:t>				"</a:t>
            </a:r>
            <a:r>
              <a:rPr lang="en-US" dirty="0" err="1"/>
              <a:t>re_forecasted_renewal_value_w_uplift</a:t>
            </a:r>
            <a:r>
              <a:rPr lang="en-US" dirty="0"/>
              <a:t>": 123.0,</a:t>
            </a:r>
          </a:p>
          <a:p>
            <a:r>
              <a:rPr lang="en-US" dirty="0"/>
              <a:t>				"</a:t>
            </a:r>
            <a:r>
              <a:rPr lang="en-US" dirty="0" err="1"/>
              <a:t>re_forecasted_renewal_value</a:t>
            </a:r>
            <a:r>
              <a:rPr lang="en-US" dirty="0"/>
              <a:t>": 123.0,</a:t>
            </a:r>
          </a:p>
          <a:p>
            <a:r>
              <a:rPr lang="en-US" dirty="0"/>
              <a:t>				"</a:t>
            </a:r>
            <a:r>
              <a:rPr lang="en-US" dirty="0" err="1"/>
              <a:t>re_total_uplift_percentage</a:t>
            </a:r>
            <a:r>
              <a:rPr lang="en-US" dirty="0"/>
              <a:t>": 0.0,</a:t>
            </a:r>
          </a:p>
          <a:p>
            <a:r>
              <a:rPr lang="en-US" dirty="0"/>
              <a:t>				"</a:t>
            </a:r>
            <a:r>
              <a:rPr lang="en-US" dirty="0" err="1"/>
              <a:t>re_known_change</a:t>
            </a:r>
            <a:r>
              <a:rPr lang="en-US" dirty="0"/>
              <a:t>": "Contract Renewal",</a:t>
            </a:r>
          </a:p>
          <a:p>
            <a:r>
              <a:rPr lang="en-US" dirty="0"/>
              <a:t>				"</a:t>
            </a:r>
            <a:r>
              <a:rPr lang="en-US" dirty="0" err="1"/>
              <a:t>poc</a:t>
            </a:r>
            <a:r>
              <a:rPr lang="en-US" dirty="0"/>
              <a:t>": 1</a:t>
            </a:r>
          </a:p>
          <a:p>
            <a:r>
              <a:rPr lang="en-US" dirty="0"/>
              <a:t>			},</a:t>
            </a:r>
          </a:p>
          <a:p>
            <a:r>
              <a:rPr lang="en-US" dirty="0"/>
              <a:t>			"</a:t>
            </a:r>
            <a:r>
              <a:rPr lang="en-US" dirty="0" err="1"/>
              <a:t>poData</a:t>
            </a:r>
            <a:r>
              <a:rPr lang="en-US" dirty="0"/>
              <a:t>": {</a:t>
            </a:r>
          </a:p>
          <a:p>
            <a:r>
              <a:rPr lang="en-US" dirty="0"/>
              <a:t>				"</a:t>
            </a:r>
            <a:r>
              <a:rPr lang="en-US" dirty="0" err="1"/>
              <a:t>parent_id</a:t>
            </a:r>
            <a:r>
              <a:rPr lang="en-US" dirty="0"/>
              <a:t>": {</a:t>
            </a:r>
          </a:p>
          <a:p>
            <a:r>
              <a:rPr lang="en-US" dirty="0"/>
              <a:t>					"$</a:t>
            </a:r>
            <a:r>
              <a:rPr lang="en-US" dirty="0" err="1"/>
              <a:t>oid</a:t>
            </a:r>
            <a:r>
              <a:rPr lang="en-US" dirty="0"/>
              <a:t>": "68d37abfd45dc2af634a183"</a:t>
            </a:r>
          </a:p>
          <a:p>
            <a:r>
              <a:rPr lang="en-US" dirty="0"/>
              <a:t>				},</a:t>
            </a:r>
          </a:p>
          <a:p>
            <a:r>
              <a:rPr lang="en-US" dirty="0"/>
              <a:t>				"</a:t>
            </a:r>
            <a:r>
              <a:rPr lang="en-US" dirty="0" err="1"/>
              <a:t>group_id</a:t>
            </a:r>
            <a:r>
              <a:rPr lang="en-US" dirty="0"/>
              <a:t>": "688bd795c8fff44868910554",</a:t>
            </a:r>
          </a:p>
          <a:p>
            <a:r>
              <a:rPr lang="en-US" dirty="0"/>
              <a:t>				"</a:t>
            </a:r>
            <a:r>
              <a:rPr lang="en-US" dirty="0" err="1"/>
              <a:t>sw_category</a:t>
            </a:r>
            <a:r>
              <a:rPr lang="en-US" dirty="0"/>
              <a:t>": "Above 300K",</a:t>
            </a:r>
          </a:p>
          <a:p>
            <a:r>
              <a:rPr lang="en-US" dirty="0"/>
              <a:t>				"</a:t>
            </a:r>
            <a:r>
              <a:rPr lang="en-US" dirty="0" err="1"/>
              <a:t>cogs_or_opex</a:t>
            </a:r>
            <a:r>
              <a:rPr lang="en-US" dirty="0"/>
              <a:t>": "COGS_CX COGS",</a:t>
            </a:r>
          </a:p>
          <a:p>
            <a:r>
              <a:rPr lang="en-US" dirty="0"/>
              <a:t>				"</a:t>
            </a:r>
            <a:r>
              <a:rPr lang="en-US" dirty="0" err="1"/>
              <a:t>elt_leader</a:t>
            </a:r>
            <a:r>
              <a:rPr lang="en-US" dirty="0"/>
              <a:t>": "Peter",</a:t>
            </a:r>
          </a:p>
          <a:p>
            <a:r>
              <a:rPr lang="en-US" dirty="0"/>
              <a:t>				"</a:t>
            </a:r>
            <a:r>
              <a:rPr lang="en-US" dirty="0" err="1"/>
              <a:t>slt_leader</a:t>
            </a:r>
            <a:r>
              <a:rPr lang="en-US" dirty="0"/>
              <a:t>": "Bruce",</a:t>
            </a:r>
          </a:p>
          <a:p>
            <a:r>
              <a:rPr lang="en-US" dirty="0"/>
              <a:t>				"onex_level4_name": "Tony",</a:t>
            </a:r>
          </a:p>
          <a:p>
            <a:r>
              <a:rPr lang="en-US" dirty="0"/>
              <a:t>				"onex_level5_name": "Robert",</a:t>
            </a:r>
          </a:p>
          <a:p>
            <a:r>
              <a:rPr lang="en-US" dirty="0"/>
              <a:t>				"onex_level6_name": "Steve",</a:t>
            </a:r>
          </a:p>
          <a:p>
            <a:r>
              <a:rPr lang="en-US" dirty="0"/>
              <a:t>				"</a:t>
            </a:r>
            <a:r>
              <a:rPr lang="en-US" dirty="0" err="1"/>
              <a:t>po_term</a:t>
            </a:r>
            <a:r>
              <a:rPr lang="en-US" dirty="0"/>
              <a:t>": 36,</a:t>
            </a:r>
          </a:p>
          <a:p>
            <a:r>
              <a:rPr lang="en-US" dirty="0"/>
              <a:t>				"</a:t>
            </a:r>
            <a:r>
              <a:rPr lang="en-US" dirty="0" err="1"/>
              <a:t>product_owner</a:t>
            </a:r>
            <a:r>
              <a:rPr lang="en-US" dirty="0"/>
              <a:t>": "Natasha",</a:t>
            </a:r>
          </a:p>
          <a:p>
            <a:r>
              <a:rPr lang="en-US" dirty="0"/>
              <a:t>				"</a:t>
            </a:r>
            <a:r>
              <a:rPr lang="en-US" dirty="0" err="1"/>
              <a:t>department_number</a:t>
            </a:r>
            <a:r>
              <a:rPr lang="en-US" dirty="0"/>
              <a:t>": "020232323",</a:t>
            </a:r>
          </a:p>
          <a:p>
            <a:r>
              <a:rPr lang="en-US" dirty="0"/>
              <a:t>				"po": "TEST2",</a:t>
            </a:r>
          </a:p>
          <a:p>
            <a:r>
              <a:rPr lang="en-US" dirty="0"/>
              <a:t>				"</a:t>
            </a:r>
            <a:r>
              <a:rPr lang="en-US" dirty="0" err="1"/>
              <a:t>po_fiscal_year</a:t>
            </a:r>
            <a:r>
              <a:rPr lang="en-US" dirty="0"/>
              <a:t>": "FY26",</a:t>
            </a:r>
          </a:p>
          <a:p>
            <a:r>
              <a:rPr lang="en-US" dirty="0"/>
              <a:t>				"</a:t>
            </a:r>
            <a:r>
              <a:rPr lang="en-US" dirty="0" err="1"/>
              <a:t>software_publisher</a:t>
            </a:r>
            <a:r>
              <a:rPr lang="en-US" dirty="0"/>
              <a:t>": "CORP",</a:t>
            </a:r>
          </a:p>
          <a:p>
            <a:r>
              <a:rPr lang="en-US" dirty="0"/>
              <a:t>				"</a:t>
            </a:r>
            <a:r>
              <a:rPr lang="en-US" dirty="0" err="1"/>
              <a:t>software_title</a:t>
            </a:r>
            <a:r>
              <a:rPr lang="en-US" dirty="0"/>
              <a:t>": "Business",</a:t>
            </a:r>
          </a:p>
          <a:p>
            <a:r>
              <a:rPr lang="en-US" dirty="0"/>
              <a:t>				"</a:t>
            </a:r>
            <a:r>
              <a:rPr lang="en-US" dirty="0" err="1"/>
              <a:t>po_amount</a:t>
            </a:r>
            <a:r>
              <a:rPr lang="en-US" dirty="0"/>
              <a:t>": 123.0,</a:t>
            </a:r>
          </a:p>
          <a:p>
            <a:r>
              <a:rPr lang="en-US" dirty="0"/>
              <a:t>				"</a:t>
            </a:r>
            <a:r>
              <a:rPr lang="en-US" dirty="0" err="1"/>
              <a:t>budget_fa</a:t>
            </a:r>
            <a:r>
              <a:rPr lang="en-US" dirty="0"/>
              <a:t>": "Roger",</a:t>
            </a:r>
          </a:p>
          <a:p>
            <a:r>
              <a:rPr lang="en-US" dirty="0"/>
              <a:t>				"</a:t>
            </a:r>
            <a:r>
              <a:rPr lang="en-US" dirty="0" err="1"/>
              <a:t>po_start_date</a:t>
            </a:r>
            <a:r>
              <a:rPr lang="en-US" dirty="0"/>
              <a:t>": "08/30/2024",</a:t>
            </a:r>
          </a:p>
          <a:p>
            <a:r>
              <a:rPr lang="en-US" dirty="0"/>
              <a:t>				"</a:t>
            </a:r>
            <a:r>
              <a:rPr lang="en-US" dirty="0" err="1"/>
              <a:t>po_end_date</a:t>
            </a:r>
            <a:r>
              <a:rPr lang="en-US" dirty="0"/>
              <a:t>": "08/29/2027",</a:t>
            </a:r>
          </a:p>
          <a:p>
            <a:r>
              <a:rPr lang="en-US" dirty="0"/>
              <a:t>				"</a:t>
            </a:r>
            <a:r>
              <a:rPr lang="en-US" dirty="0" err="1"/>
              <a:t>po_requester</a:t>
            </a:r>
            <a:r>
              <a:rPr lang="en-US" dirty="0"/>
              <a:t>": "Challa",</a:t>
            </a:r>
          </a:p>
          <a:p>
            <a:r>
              <a:rPr lang="en-US" dirty="0"/>
              <a:t>				"</a:t>
            </a:r>
            <a:r>
              <a:rPr lang="en-US" dirty="0" err="1"/>
              <a:t>bk_financial_account_code</a:t>
            </a:r>
            <a:r>
              <a:rPr lang="en-US" dirty="0"/>
              <a:t>": "12312",</a:t>
            </a:r>
          </a:p>
          <a:p>
            <a:r>
              <a:rPr lang="en-US" dirty="0"/>
              <a:t>				"</a:t>
            </a:r>
            <a:r>
              <a:rPr lang="en-US" dirty="0" err="1"/>
              <a:t>adjusted_po_end_date</a:t>
            </a:r>
            <a:r>
              <a:rPr lang="en-US" dirty="0"/>
              <a:t>": "08/31/2027",</a:t>
            </a:r>
          </a:p>
          <a:p>
            <a:r>
              <a:rPr lang="en-US" dirty="0"/>
              <a:t>				"</a:t>
            </a:r>
            <a:r>
              <a:rPr lang="en-US" dirty="0" err="1"/>
              <a:t>adjusted_po_start_date</a:t>
            </a:r>
            <a:r>
              <a:rPr lang="en-US" dirty="0"/>
              <a:t>": "09/01/2024",</a:t>
            </a:r>
          </a:p>
          <a:p>
            <a:r>
              <a:rPr lang="en-US" dirty="0"/>
              <a:t>				"</a:t>
            </a:r>
            <a:r>
              <a:rPr lang="en-US" dirty="0" err="1"/>
              <a:t>fromto_org_if_cross_charge</a:t>
            </a:r>
            <a:r>
              <a:rPr lang="en-US" dirty="0"/>
              <a:t>": "Not XC",</a:t>
            </a:r>
          </a:p>
          <a:p>
            <a:r>
              <a:rPr lang="en-US" dirty="0"/>
              <a:t>				"</a:t>
            </a:r>
            <a:r>
              <a:rPr lang="en-US" dirty="0" err="1"/>
              <a:t>amortization_treatment</a:t>
            </a:r>
            <a:r>
              <a:rPr lang="en-US" dirty="0"/>
              <a:t>": "Straight Line",</a:t>
            </a:r>
          </a:p>
          <a:p>
            <a:r>
              <a:rPr lang="en-US" dirty="0"/>
              <a:t>				"</a:t>
            </a:r>
            <a:r>
              <a:rPr lang="en-US" dirty="0" err="1"/>
              <a:t>vendor_name</a:t>
            </a:r>
            <a:r>
              <a:rPr lang="en-US" dirty="0"/>
              <a:t>": "CORP",</a:t>
            </a:r>
          </a:p>
          <a:p>
            <a:r>
              <a:rPr lang="en-US" dirty="0"/>
              <a:t>				"</a:t>
            </a:r>
            <a:r>
              <a:rPr lang="en-US" dirty="0" err="1"/>
              <a:t>feature_id</a:t>
            </a:r>
            <a:r>
              <a:rPr lang="en-US" dirty="0"/>
              <a:t>": "ec0d323df3-1371-4338-ad5d-d6d2de33bb8b",</a:t>
            </a:r>
          </a:p>
          <a:p>
            <a:r>
              <a:rPr lang="en-US" dirty="0"/>
              <a:t>				"</a:t>
            </a:r>
            <a:r>
              <a:rPr lang="en-US" dirty="0" err="1"/>
              <a:t>feature_type</a:t>
            </a:r>
            <a:r>
              <a:rPr lang="en-US" dirty="0"/>
              <a:t>": "</a:t>
            </a:r>
            <a:r>
              <a:rPr lang="en-US" dirty="0" err="1"/>
              <a:t>itam_asset_purchase_order_contract_item</a:t>
            </a:r>
            <a:r>
              <a:rPr lang="en-US" dirty="0"/>
              <a:t>",</a:t>
            </a:r>
          </a:p>
          <a:p>
            <a:r>
              <a:rPr lang="en-US" dirty="0"/>
              <a:t>				"</a:t>
            </a:r>
            <a:r>
              <a:rPr lang="en-US" dirty="0" err="1"/>
              <a:t>signed_contract</a:t>
            </a:r>
            <a:r>
              <a:rPr lang="en-US" dirty="0"/>
              <a:t>": true,</a:t>
            </a:r>
          </a:p>
          <a:p>
            <a:r>
              <a:rPr lang="en-US" dirty="0"/>
              <a:t>				"</a:t>
            </a:r>
            <a:r>
              <a:rPr lang="en-US" dirty="0" err="1"/>
              <a:t>forecasted_renewal_value_w_uplift</a:t>
            </a:r>
            <a:r>
              <a:rPr lang="en-US" dirty="0"/>
              <a:t>": 0.0,</a:t>
            </a:r>
          </a:p>
          <a:p>
            <a:r>
              <a:rPr lang="en-US" dirty="0"/>
              <a:t>				"name": "SHI LLC",</a:t>
            </a:r>
          </a:p>
          <a:p>
            <a:r>
              <a:rPr lang="en-US" dirty="0"/>
              <a:t>				"</a:t>
            </a:r>
            <a:r>
              <a:rPr lang="en-US" dirty="0" err="1"/>
              <a:t>ignore_auto_amort</a:t>
            </a:r>
            <a:r>
              <a:rPr lang="en-US" dirty="0"/>
              <a:t>": false,</a:t>
            </a:r>
          </a:p>
          <a:p>
            <a:r>
              <a:rPr lang="en-US" dirty="0"/>
              <a:t>				"</a:t>
            </a:r>
            <a:r>
              <a:rPr lang="en-US" dirty="0" err="1"/>
              <a:t>renewal_qtr</a:t>
            </a:r>
            <a:r>
              <a:rPr lang="en-US" dirty="0"/>
              <a:t>": "999-TBD",</a:t>
            </a:r>
          </a:p>
          <a:p>
            <a:r>
              <a:rPr lang="en-US" dirty="0"/>
              <a:t>				"forecast_total_amountFY26": 123.0,</a:t>
            </a:r>
          </a:p>
          <a:p>
            <a:r>
              <a:rPr lang="en-US" dirty="0"/>
              <a:t>				"commit_amount_q1FY26": 0.0,</a:t>
            </a:r>
          </a:p>
          <a:p>
            <a:r>
              <a:rPr lang="en-US" dirty="0"/>
              <a:t>				"commit_amount_q3FY26": 0.0,</a:t>
            </a:r>
          </a:p>
          <a:p>
            <a:r>
              <a:rPr lang="en-US" dirty="0"/>
              <a:t>				"commit_amount_q2FY26": 0.0,</a:t>
            </a:r>
          </a:p>
          <a:p>
            <a:r>
              <a:rPr lang="en-US" dirty="0"/>
              <a:t>				"commit_amount_q4FY26": 0.0,</a:t>
            </a:r>
          </a:p>
          <a:p>
            <a:r>
              <a:rPr lang="en-US" dirty="0"/>
              <a:t>				"actuals_amount_q1FY26": 0.0,</a:t>
            </a:r>
          </a:p>
          <a:p>
            <a:r>
              <a:rPr lang="en-US" dirty="0"/>
              <a:t>				"actuals_amount_q2FY26": 0.0,</a:t>
            </a:r>
          </a:p>
          <a:p>
            <a:r>
              <a:rPr lang="en-US" dirty="0"/>
              <a:t>				"actuals_amount_q3FY26": 0.0,</a:t>
            </a:r>
          </a:p>
          <a:p>
            <a:r>
              <a:rPr lang="en-US" dirty="0"/>
              <a:t>				"actuals_amount_q4FY26": 0.0,</a:t>
            </a:r>
          </a:p>
          <a:p>
            <a:r>
              <a:rPr lang="en-US" dirty="0"/>
              <a:t>				"forecast_amount_q1FY26": 123.0,</a:t>
            </a:r>
          </a:p>
          <a:p>
            <a:r>
              <a:rPr lang="en-US" dirty="0"/>
              <a:t>				"forecast_amount_q2FY26": 123.0,</a:t>
            </a:r>
          </a:p>
          <a:p>
            <a:r>
              <a:rPr lang="en-US" dirty="0"/>
              <a:t>				"forecast_amount_q3FY26": 123.0,</a:t>
            </a:r>
          </a:p>
          <a:p>
            <a:r>
              <a:rPr lang="en-US" dirty="0"/>
              <a:t>				"forecast_amount_q4FY26": 123.0,</a:t>
            </a:r>
          </a:p>
          <a:p>
            <a:r>
              <a:rPr lang="en-US" dirty="0"/>
              <a:t>				"price_change_q1FY26": 0.0,</a:t>
            </a:r>
          </a:p>
          <a:p>
            <a:r>
              <a:rPr lang="en-US" dirty="0"/>
              <a:t>				"price_change_q2FY26": 0.0,</a:t>
            </a:r>
          </a:p>
          <a:p>
            <a:r>
              <a:rPr lang="en-US" dirty="0"/>
              <a:t>				"price_change_q3FY26": 0.0,</a:t>
            </a:r>
          </a:p>
          <a:p>
            <a:r>
              <a:rPr lang="en-US" dirty="0"/>
              <a:t>				"price_change_q4FY26": 0.0,</a:t>
            </a:r>
          </a:p>
          <a:p>
            <a:r>
              <a:rPr lang="en-US" dirty="0"/>
              <a:t>				"price_change_totalFY26": 0.0,</a:t>
            </a:r>
          </a:p>
          <a:p>
            <a:r>
              <a:rPr lang="en-US" dirty="0"/>
              <a:t>				"volume_change_q1FY26": 0.0,</a:t>
            </a:r>
          </a:p>
          <a:p>
            <a:r>
              <a:rPr lang="en-US" dirty="0"/>
              <a:t>				"volume_change_q2FY26": 0.0,</a:t>
            </a:r>
          </a:p>
          <a:p>
            <a:r>
              <a:rPr lang="en-US" dirty="0"/>
              <a:t>				"volume_change_q3FY26": 0.0,</a:t>
            </a:r>
          </a:p>
          <a:p>
            <a:r>
              <a:rPr lang="en-US" dirty="0"/>
              <a:t>				"volume_change_q4FY26": 0.0,</a:t>
            </a:r>
          </a:p>
          <a:p>
            <a:r>
              <a:rPr lang="en-US" dirty="0"/>
              <a:t>				"volume_change_totalFY26": 0.0,</a:t>
            </a:r>
          </a:p>
          <a:p>
            <a:r>
              <a:rPr lang="en-US" dirty="0"/>
              <a:t>				"expansion_q1FY26": 0.0,</a:t>
            </a:r>
          </a:p>
          <a:p>
            <a:r>
              <a:rPr lang="en-US" dirty="0"/>
              <a:t>				"expansion_q2FY26": 0.0,</a:t>
            </a:r>
          </a:p>
          <a:p>
            <a:r>
              <a:rPr lang="en-US" dirty="0"/>
              <a:t>				"expansion_q3FY26": 0.0,</a:t>
            </a:r>
          </a:p>
          <a:p>
            <a:r>
              <a:rPr lang="en-US" dirty="0"/>
              <a:t>				"expansion_q4FY26": 0.0,</a:t>
            </a:r>
          </a:p>
          <a:p>
            <a:r>
              <a:rPr lang="en-US" dirty="0"/>
              <a:t>				"expansion_totalFY26": 0.0,</a:t>
            </a:r>
          </a:p>
          <a:p>
            <a:r>
              <a:rPr lang="en-US" dirty="0"/>
              <a:t>				"final_forecasts_with_uplift_q1FY26": 123.0,</a:t>
            </a:r>
          </a:p>
          <a:p>
            <a:r>
              <a:rPr lang="en-US" dirty="0"/>
              <a:t>				"final_forecasts_with_uplift_q2FY26": 123.0,</a:t>
            </a:r>
          </a:p>
          <a:p>
            <a:r>
              <a:rPr lang="en-US" dirty="0"/>
              <a:t>				"final_forecasts_with_uplift_q3FY26": 123.0,</a:t>
            </a:r>
          </a:p>
          <a:p>
            <a:r>
              <a:rPr lang="en-US" dirty="0"/>
              <a:t>				"final_forecasts_with_uplift_q4FY26": 123.0,</a:t>
            </a:r>
          </a:p>
          <a:p>
            <a:r>
              <a:rPr lang="en-US" dirty="0"/>
              <a:t>				"final_forecasts_with_uplift_totalFY26": 492.0,</a:t>
            </a:r>
          </a:p>
          <a:p>
            <a:r>
              <a:rPr lang="en-US" dirty="0"/>
              <a:t>				"final_forecasts_without_uplift_q1FY26": 123.0,</a:t>
            </a:r>
          </a:p>
          <a:p>
            <a:r>
              <a:rPr lang="en-US" dirty="0"/>
              <a:t>				"final_forecasts_without_uplift_q2FY26": 123.0,</a:t>
            </a:r>
          </a:p>
          <a:p>
            <a:r>
              <a:rPr lang="en-US" dirty="0"/>
              <a:t>				"final_forecasts_without_uplift_q3FY26": 123.0,</a:t>
            </a:r>
          </a:p>
          <a:p>
            <a:r>
              <a:rPr lang="en-US" dirty="0"/>
              <a:t>				"final_forecasts_without_uplift_q4FY26": 123.0,</a:t>
            </a:r>
          </a:p>
          <a:p>
            <a:r>
              <a:rPr lang="en-US" dirty="0"/>
              <a:t>				"final_forecasts_without_uplift_totalFY26": 492.0,</a:t>
            </a:r>
          </a:p>
          <a:p>
            <a:r>
              <a:rPr lang="en-US" dirty="0"/>
              <a:t>				"expected_change_amount_q1FY26": 0.0,</a:t>
            </a:r>
          </a:p>
          <a:p>
            <a:r>
              <a:rPr lang="en-US" dirty="0"/>
              <a:t>				"expected_change_amount_q2FY26": 0.0,</a:t>
            </a:r>
          </a:p>
          <a:p>
            <a:r>
              <a:rPr lang="en-US" dirty="0"/>
              <a:t>				"expected_change_amount_q3FY26": 0.0,</a:t>
            </a:r>
          </a:p>
          <a:p>
            <a:r>
              <a:rPr lang="en-US" dirty="0"/>
              <a:t>				"expected_change_amount_q4FY26": 0.0,</a:t>
            </a:r>
          </a:p>
          <a:p>
            <a:r>
              <a:rPr lang="en-US" dirty="0"/>
              <a:t>				"expected_change_total_amountFY26": 0.0,</a:t>
            </a:r>
          </a:p>
          <a:p>
            <a:r>
              <a:rPr lang="en-US" dirty="0"/>
              <a:t>				"baseline_amount_q1FY26": 123.0,</a:t>
            </a:r>
          </a:p>
          <a:p>
            <a:r>
              <a:rPr lang="en-US" dirty="0"/>
              <a:t>				"baseline_amount_q2FY26": 123.0,</a:t>
            </a:r>
          </a:p>
          <a:p>
            <a:r>
              <a:rPr lang="en-US" dirty="0"/>
              <a:t>				"baseline_amount_q3FY26": 123.0,</a:t>
            </a:r>
          </a:p>
          <a:p>
            <a:r>
              <a:rPr lang="en-US" dirty="0"/>
              <a:t>				"baseline_amount_q4FY26": 123.0,</a:t>
            </a:r>
          </a:p>
          <a:p>
            <a:r>
              <a:rPr lang="en-US" dirty="0"/>
              <a:t>				"baseline_total_amountFY26": 492.0,</a:t>
            </a:r>
          </a:p>
          <a:p>
            <a:r>
              <a:rPr lang="en-US" dirty="0"/>
              <a:t>				"commit_amount_q1FY27": 0.0,</a:t>
            </a:r>
          </a:p>
          <a:p>
            <a:r>
              <a:rPr lang="en-US" dirty="0"/>
              <a:t>				"commit_amount_q2FY27": 0.0,</a:t>
            </a:r>
          </a:p>
          <a:p>
            <a:r>
              <a:rPr lang="en-US" dirty="0"/>
              <a:t>				"commit_amount_q3FY27": 0.0,</a:t>
            </a:r>
          </a:p>
          <a:p>
            <a:r>
              <a:rPr lang="en-US" dirty="0"/>
              <a:t>				"commit_amount_q4FY27": 0.0,</a:t>
            </a:r>
          </a:p>
          <a:p>
            <a:r>
              <a:rPr lang="en-US" dirty="0"/>
              <a:t>				"actuals_amount_q1FY27": 0.0,</a:t>
            </a:r>
          </a:p>
          <a:p>
            <a:r>
              <a:rPr lang="en-US" dirty="0"/>
              <a:t>				"actuals_amount_q2FY27": 0.0,</a:t>
            </a:r>
          </a:p>
          <a:p>
            <a:r>
              <a:rPr lang="en-US" dirty="0"/>
              <a:t>				"actuals_amount_q3FY27": 0.0,</a:t>
            </a:r>
          </a:p>
          <a:p>
            <a:r>
              <a:rPr lang="en-US" dirty="0"/>
              <a:t>				"actuals_amount_q4FY27": 0.0,</a:t>
            </a:r>
          </a:p>
          <a:p>
            <a:r>
              <a:rPr lang="en-US" dirty="0"/>
              <a:t>				"forecast_amount_q1FY27": 123.0,</a:t>
            </a:r>
          </a:p>
          <a:p>
            <a:r>
              <a:rPr lang="en-US" dirty="0"/>
              <a:t>				"forecast_amount_q2FY27": 123.0,</a:t>
            </a:r>
          </a:p>
          <a:p>
            <a:r>
              <a:rPr lang="en-US" dirty="0"/>
              <a:t>				"forecast_amount_q3FY27": 123.0,</a:t>
            </a:r>
          </a:p>
          <a:p>
            <a:r>
              <a:rPr lang="en-US" dirty="0"/>
              <a:t>				"forecast_amount_q4FY27": 123.0,</a:t>
            </a:r>
          </a:p>
          <a:p>
            <a:r>
              <a:rPr lang="en-US" dirty="0"/>
              <a:t>				"forecast_total_amountFY27": 492.0,</a:t>
            </a:r>
          </a:p>
          <a:p>
            <a:r>
              <a:rPr lang="en-US" dirty="0"/>
              <a:t>				"price_change_q1FY27": 0.0,</a:t>
            </a:r>
          </a:p>
          <a:p>
            <a:r>
              <a:rPr lang="en-US" dirty="0"/>
              <a:t>				"price_change_q2FY27": 0.0,</a:t>
            </a:r>
          </a:p>
          <a:p>
            <a:r>
              <a:rPr lang="en-US" dirty="0"/>
              <a:t>				"price_change_q3FY27": 0.0,</a:t>
            </a:r>
          </a:p>
          <a:p>
            <a:r>
              <a:rPr lang="en-US" dirty="0"/>
              <a:t>				"price_change_q4FY27": 0.0,</a:t>
            </a:r>
          </a:p>
          <a:p>
            <a:r>
              <a:rPr lang="en-US" dirty="0"/>
              <a:t>				"price_change_totalFY27": 0.0,</a:t>
            </a:r>
          </a:p>
          <a:p>
            <a:r>
              <a:rPr lang="en-US" dirty="0"/>
              <a:t>				"volume_change_q1FY27": 0.0,</a:t>
            </a:r>
          </a:p>
          <a:p>
            <a:r>
              <a:rPr lang="en-US" dirty="0"/>
              <a:t>				"volume_change_q2FY27": 0.0,</a:t>
            </a:r>
          </a:p>
          <a:p>
            <a:r>
              <a:rPr lang="en-US" dirty="0"/>
              <a:t>				"volume_change_q3FY27": 0.0,</a:t>
            </a:r>
          </a:p>
          <a:p>
            <a:r>
              <a:rPr lang="en-US" dirty="0"/>
              <a:t>				"volume_change_q4FY27": 0.0,</a:t>
            </a:r>
          </a:p>
          <a:p>
            <a:r>
              <a:rPr lang="en-US" dirty="0"/>
              <a:t>				"volume_change_totalFY27": 0.0,</a:t>
            </a:r>
          </a:p>
          <a:p>
            <a:r>
              <a:rPr lang="en-US" dirty="0"/>
              <a:t>				"expansion_q1FY27": 0.0,</a:t>
            </a:r>
          </a:p>
          <a:p>
            <a:r>
              <a:rPr lang="en-US" dirty="0"/>
              <a:t>				"expansion_q2FY27": 0.0,</a:t>
            </a:r>
          </a:p>
          <a:p>
            <a:r>
              <a:rPr lang="en-US" dirty="0"/>
              <a:t>				"expansion_q3FY27": 0.0,</a:t>
            </a:r>
          </a:p>
          <a:p>
            <a:r>
              <a:rPr lang="en-US" dirty="0"/>
              <a:t>				"expansion_q4FY27": 0.0,</a:t>
            </a:r>
          </a:p>
          <a:p>
            <a:r>
              <a:rPr lang="en-US" dirty="0"/>
              <a:t>				"expansion_totalFY27": 0.0,</a:t>
            </a:r>
          </a:p>
          <a:p>
            <a:r>
              <a:rPr lang="en-US" dirty="0"/>
              <a:t>				"final_forecasts_with_uplift_q1FY27": 123.0,</a:t>
            </a:r>
          </a:p>
          <a:p>
            <a:r>
              <a:rPr lang="en-US" dirty="0"/>
              <a:t>				"final_forecasts_with_uplift_q2FY27": 123.0,</a:t>
            </a:r>
          </a:p>
          <a:p>
            <a:r>
              <a:rPr lang="en-US" dirty="0"/>
              <a:t>				"final_forecasts_with_uplift_q3FY27": 123.0,</a:t>
            </a:r>
          </a:p>
          <a:p>
            <a:r>
              <a:rPr lang="en-US" dirty="0"/>
              <a:t>				"final_forecasts_with_uplift_q4FY27": 123.0,</a:t>
            </a:r>
          </a:p>
          <a:p>
            <a:r>
              <a:rPr lang="en-US" dirty="0"/>
              <a:t>				"final_forecasts_with_uplift_totalFY27": 492.0,</a:t>
            </a:r>
          </a:p>
          <a:p>
            <a:r>
              <a:rPr lang="en-US" dirty="0"/>
              <a:t>				"final_forecasts_without_uplift_q1FY27": 123.0,</a:t>
            </a:r>
          </a:p>
          <a:p>
            <a:r>
              <a:rPr lang="en-US" dirty="0"/>
              <a:t>				"final_forecasts_without_uplift_q2FY27": 123.0,</a:t>
            </a:r>
          </a:p>
          <a:p>
            <a:r>
              <a:rPr lang="en-US" dirty="0"/>
              <a:t>				"final_forecasts_without_uplift_q3FY27": 123.0,</a:t>
            </a:r>
          </a:p>
          <a:p>
            <a:r>
              <a:rPr lang="en-US" dirty="0"/>
              <a:t>				"final_forecasts_without_uplift_q4FY27": 123.0,</a:t>
            </a:r>
          </a:p>
          <a:p>
            <a:r>
              <a:rPr lang="en-US" dirty="0"/>
              <a:t>				"final_forecasts_without_uplift_totalFY27": 492.0,</a:t>
            </a:r>
          </a:p>
          <a:p>
            <a:r>
              <a:rPr lang="en-US" dirty="0"/>
              <a:t>				"expected_change_amount_q1FY27": 0.0,</a:t>
            </a:r>
          </a:p>
          <a:p>
            <a:r>
              <a:rPr lang="en-US" dirty="0"/>
              <a:t>				"expected_change_amount_q2FY27": 0.0,</a:t>
            </a:r>
          </a:p>
          <a:p>
            <a:r>
              <a:rPr lang="en-US" dirty="0"/>
              <a:t>				"expected_change_amount_q3FY27": 0.0,</a:t>
            </a:r>
          </a:p>
          <a:p>
            <a:r>
              <a:rPr lang="en-US" dirty="0"/>
              <a:t>				"expected_change_amount_q4FY27": 0.0,</a:t>
            </a:r>
          </a:p>
          <a:p>
            <a:r>
              <a:rPr lang="en-US" dirty="0"/>
              <a:t>				"expected_change_total_amountFY27": 0.0,</a:t>
            </a:r>
          </a:p>
          <a:p>
            <a:r>
              <a:rPr lang="en-US" dirty="0"/>
              <a:t>				"baseline_amount_q1FY27": 123.0,</a:t>
            </a:r>
          </a:p>
          <a:p>
            <a:r>
              <a:rPr lang="en-US" dirty="0"/>
              <a:t>				"baseline_amount_q2FY27": 123.0,</a:t>
            </a:r>
          </a:p>
          <a:p>
            <a:r>
              <a:rPr lang="en-US" dirty="0"/>
              <a:t>				"baseline_amount_q3FY27": 123.0,</a:t>
            </a:r>
          </a:p>
          <a:p>
            <a:r>
              <a:rPr lang="en-US" dirty="0"/>
              <a:t>				"baseline_amount_q4FY27": 123.0,</a:t>
            </a:r>
          </a:p>
          <a:p>
            <a:r>
              <a:rPr lang="en-US" dirty="0"/>
              <a:t>				"baseline_total_amountFY27": 492.0,</a:t>
            </a:r>
          </a:p>
          <a:p>
            <a:r>
              <a:rPr lang="en-US" dirty="0"/>
              <a:t>				"</a:t>
            </a:r>
            <a:r>
              <a:rPr lang="en-US" dirty="0" err="1"/>
              <a:t>total_uplift_percentage</a:t>
            </a:r>
            <a:r>
              <a:rPr lang="en-US" dirty="0"/>
              <a:t>": 0.0,</a:t>
            </a:r>
          </a:p>
          <a:p>
            <a:r>
              <a:rPr lang="en-US" dirty="0"/>
              <a:t>				"node_level2_name": "Robert",</a:t>
            </a:r>
          </a:p>
          <a:p>
            <a:r>
              <a:rPr lang="en-US" dirty="0"/>
              <a:t>				"node_level3_name": "</a:t>
            </a:r>
            <a:r>
              <a:rPr lang="en-US" dirty="0" err="1"/>
              <a:t>Mr</a:t>
            </a:r>
            <a:r>
              <a:rPr lang="en-US" dirty="0"/>
              <a:t> Stark",</a:t>
            </a:r>
          </a:p>
          <a:p>
            <a:r>
              <a:rPr lang="en-US" dirty="0"/>
              <a:t>				"node_level4_name": "Steve",</a:t>
            </a:r>
          </a:p>
          <a:p>
            <a:r>
              <a:rPr lang="en-US" dirty="0"/>
              <a:t>				"node_level5_name": "Peter",</a:t>
            </a:r>
          </a:p>
          <a:p>
            <a:r>
              <a:rPr lang="en-US" dirty="0"/>
              <a:t>				"</a:t>
            </a:r>
            <a:r>
              <a:rPr lang="en-US" dirty="0" err="1"/>
              <a:t>poc</a:t>
            </a:r>
            <a:r>
              <a:rPr lang="en-US" dirty="0"/>
              <a:t>": 1</a:t>
            </a:r>
          </a:p>
          <a:p>
            <a:r>
              <a:rPr lang="en-US" dirty="0"/>
              <a:t>			},</a:t>
            </a:r>
          </a:p>
          <a:p>
            <a:r>
              <a:rPr lang="en-US" dirty="0"/>
              <a:t>			"combine": {</a:t>
            </a:r>
          </a:p>
          <a:p>
            <a:r>
              <a:rPr lang="en-US" dirty="0"/>
              <a:t>				"final_forecasts_with_uplift_q1FY27": 123.0,</a:t>
            </a:r>
          </a:p>
          <a:p>
            <a:r>
              <a:rPr lang="en-US" dirty="0"/>
              <a:t>				"actuals_amount_q4FY26": 0.0,</a:t>
            </a:r>
          </a:p>
          <a:p>
            <a:r>
              <a:rPr lang="en-US" dirty="0"/>
              <a:t>				"volume_change_q3FY26": 0.0,</a:t>
            </a:r>
          </a:p>
          <a:p>
            <a:r>
              <a:rPr lang="en-US" dirty="0"/>
              <a:t>				"volume_change_q3FY27": 0.0,</a:t>
            </a:r>
          </a:p>
          <a:p>
            <a:r>
              <a:rPr lang="en-US" dirty="0"/>
              <a:t>				"commit_amount_q1FY27": 0.0,</a:t>
            </a:r>
          </a:p>
          <a:p>
            <a:r>
              <a:rPr lang="en-US" dirty="0"/>
              <a:t>				"commit_amount_q1FY26": 0.0,</a:t>
            </a:r>
          </a:p>
          <a:p>
            <a:r>
              <a:rPr lang="en-US" dirty="0"/>
              <a:t>				"final_forecasts_without_uplift_q3FY26": 123.0,</a:t>
            </a:r>
          </a:p>
          <a:p>
            <a:r>
              <a:rPr lang="en-US" dirty="0"/>
              <a:t>				"volume_change_q4FY27": 0.0,</a:t>
            </a:r>
          </a:p>
          <a:p>
            <a:r>
              <a:rPr lang="en-US" dirty="0"/>
              <a:t>				"volume_change_q4FY26": 0.0,</a:t>
            </a:r>
          </a:p>
          <a:p>
            <a:r>
              <a:rPr lang="en-US" dirty="0"/>
              <a:t>				"actuals_amount_q4FY27": 0.0,</a:t>
            </a:r>
          </a:p>
          <a:p>
            <a:r>
              <a:rPr lang="en-US" dirty="0"/>
              <a:t>				"final_forecasts_with_uplift_q1FY26": 123.0,</a:t>
            </a:r>
          </a:p>
          <a:p>
            <a:r>
              <a:rPr lang="en-US" dirty="0"/>
              <a:t>				"final_forecasts_without_uplift_q3FY27": 123.0,</a:t>
            </a:r>
          </a:p>
          <a:p>
            <a:r>
              <a:rPr lang="en-US" dirty="0"/>
              <a:t>				"final_forecasts_with_uplift_q2FY26": 123.0,</a:t>
            </a:r>
          </a:p>
          <a:p>
            <a:r>
              <a:rPr lang="en-US" dirty="0"/>
              <a:t>				"price_change_q4FY26": 0.0,</a:t>
            </a:r>
          </a:p>
          <a:p>
            <a:r>
              <a:rPr lang="en-US" dirty="0"/>
              <a:t>				"final_forecasts_with_uplift_q2FY27": 123.0,</a:t>
            </a:r>
          </a:p>
          <a:p>
            <a:r>
              <a:rPr lang="en-US" dirty="0"/>
              <a:t>				"final_forecasts_with_uplift_totalFY27": 492.0,</a:t>
            </a:r>
          </a:p>
          <a:p>
            <a:r>
              <a:rPr lang="en-US" dirty="0"/>
              <a:t>				"price_change_q4FY27": 0.0,</a:t>
            </a:r>
          </a:p>
          <a:p>
            <a:r>
              <a:rPr lang="en-US" dirty="0"/>
              <a:t>				"final_forecasts_with_uplift_totalFY26": 492.0,</a:t>
            </a:r>
          </a:p>
          <a:p>
            <a:r>
              <a:rPr lang="en-US" dirty="0"/>
              <a:t>				"forecast_amount_q4FY26": 123.0,</a:t>
            </a:r>
          </a:p>
          <a:p>
            <a:r>
              <a:rPr lang="en-US" dirty="0"/>
              <a:t>				"final_forecasts_without_uplift_q4FY26": 123.0,</a:t>
            </a:r>
          </a:p>
          <a:p>
            <a:r>
              <a:rPr lang="en-US" dirty="0"/>
              <a:t>				"final_forecasts_without_uplift_q4FY27": 123.0,</a:t>
            </a:r>
          </a:p>
          <a:p>
            <a:r>
              <a:rPr lang="en-US" dirty="0"/>
              <a:t>				"forecast_amount_q4FY27": 123.0,</a:t>
            </a:r>
          </a:p>
          <a:p>
            <a:r>
              <a:rPr lang="en-US" dirty="0"/>
              <a:t>				"price_change_q3FY26": 0.0,</a:t>
            </a:r>
          </a:p>
          <a:p>
            <a:r>
              <a:rPr lang="en-US" dirty="0"/>
              <a:t>				"price_change_q3FY27": 0.0,</a:t>
            </a:r>
          </a:p>
          <a:p>
            <a:r>
              <a:rPr lang="en-US" dirty="0"/>
              <a:t>				"actuals_amount_q2FY26": 0.0,</a:t>
            </a:r>
          </a:p>
          <a:p>
            <a:r>
              <a:rPr lang="en-US" dirty="0"/>
              <a:t>				"</a:t>
            </a:r>
            <a:r>
              <a:rPr lang="en-US" dirty="0" err="1"/>
              <a:t>total_uplift_percentage</a:t>
            </a:r>
            <a:r>
              <a:rPr lang="en-US" dirty="0"/>
              <a:t>": 0.0,</a:t>
            </a:r>
          </a:p>
          <a:p>
            <a:r>
              <a:rPr lang="en-US" dirty="0"/>
              <a:t>				"forecast_amount_q3FY27": 123.0,</a:t>
            </a:r>
          </a:p>
          <a:p>
            <a:r>
              <a:rPr lang="en-US" dirty="0"/>
              <a:t>				"actuals_amount_q2FY27": 0.0,</a:t>
            </a:r>
          </a:p>
          <a:p>
            <a:r>
              <a:rPr lang="en-US" dirty="0"/>
              <a:t>				"forecast_amount_q3FY26": 123.0,</a:t>
            </a:r>
          </a:p>
          <a:p>
            <a:r>
              <a:rPr lang="en-US" dirty="0"/>
              <a:t>				"actuals_amount_q3FY27": 0.0,</a:t>
            </a:r>
          </a:p>
          <a:p>
            <a:r>
              <a:rPr lang="en-US" dirty="0"/>
              <a:t>				"volume_change_totalFY27": 0.0,</a:t>
            </a:r>
          </a:p>
          <a:p>
            <a:r>
              <a:rPr lang="en-US" dirty="0"/>
              <a:t>				"actuals_amount_q3FY26": 0.0,</a:t>
            </a:r>
          </a:p>
          <a:p>
            <a:r>
              <a:rPr lang="en-US" dirty="0"/>
              <a:t>				"volume_change_totalFY26": 0.0,</a:t>
            </a:r>
          </a:p>
          <a:p>
            <a:r>
              <a:rPr lang="en-US" dirty="0"/>
              <a:t>				"price_change_q2FY27": 0.0,</a:t>
            </a:r>
          </a:p>
          <a:p>
            <a:r>
              <a:rPr lang="en-US" dirty="0"/>
              <a:t>				"price_change_q2FY26": 0.0,</a:t>
            </a:r>
          </a:p>
          <a:p>
            <a:r>
              <a:rPr lang="en-US" dirty="0"/>
              <a:t>				"expected_change_amount_totalFY26": 0.0,</a:t>
            </a:r>
          </a:p>
          <a:p>
            <a:r>
              <a:rPr lang="en-US" dirty="0"/>
              <a:t>				"forecast_amount_q2FY27": 123.0,</a:t>
            </a:r>
          </a:p>
          <a:p>
            <a:r>
              <a:rPr lang="en-US" dirty="0"/>
              <a:t>				"expected_change_amount_totalFY27": 0.0,</a:t>
            </a:r>
          </a:p>
          <a:p>
            <a:r>
              <a:rPr lang="en-US" dirty="0"/>
              <a:t>				"final_forecasts_without_uplift_totalFY27": 492.0,</a:t>
            </a:r>
          </a:p>
          <a:p>
            <a:r>
              <a:rPr lang="en-US" dirty="0"/>
              <a:t>				"final_forecasts_without_uplift_totalFY26": 492.0,</a:t>
            </a:r>
          </a:p>
          <a:p>
            <a:r>
              <a:rPr lang="en-US" dirty="0"/>
              <a:t>				"forecast_amount_q2FY26": 123.0,</a:t>
            </a:r>
          </a:p>
          <a:p>
            <a:r>
              <a:rPr lang="en-US" dirty="0"/>
              <a:t>				"commit_amount_totalFY26": 0.0,</a:t>
            </a:r>
          </a:p>
          <a:p>
            <a:r>
              <a:rPr lang="en-US" dirty="0"/>
              <a:t>				"</a:t>
            </a:r>
            <a:r>
              <a:rPr lang="en-US" dirty="0" err="1"/>
              <a:t>total_uplift_amount_expected</a:t>
            </a:r>
            <a:r>
              <a:rPr lang="en-US" dirty="0"/>
              <a:t>": 0.0,</a:t>
            </a:r>
          </a:p>
          <a:p>
            <a:r>
              <a:rPr lang="en-US" dirty="0"/>
              <a:t>				"commit_amount_totalFY27": 0.0,</a:t>
            </a:r>
          </a:p>
          <a:p>
            <a:r>
              <a:rPr lang="en-US" dirty="0"/>
              <a:t>				"price_change_q1FY26": 0.0,</a:t>
            </a:r>
          </a:p>
          <a:p>
            <a:r>
              <a:rPr lang="en-US" dirty="0"/>
              <a:t>				"expansion_q4FY27": 0.0,</a:t>
            </a:r>
          </a:p>
          <a:p>
            <a:r>
              <a:rPr lang="en-US" dirty="0"/>
              <a:t>				"price_change_q1FY27": 0.0,</a:t>
            </a:r>
          </a:p>
          <a:p>
            <a:r>
              <a:rPr lang="en-US" dirty="0"/>
              <a:t>				"expansion_q4FY26": 0.0,</a:t>
            </a:r>
          </a:p>
          <a:p>
            <a:r>
              <a:rPr lang="en-US" dirty="0"/>
              <a:t>				"forecast_amount_q1FY27": 123.0,</a:t>
            </a:r>
          </a:p>
          <a:p>
            <a:r>
              <a:rPr lang="en-US" dirty="0"/>
              <a:t>				"forecast_amount_q1FY26": 123.0,</a:t>
            </a:r>
          </a:p>
          <a:p>
            <a:r>
              <a:rPr lang="en-US" dirty="0"/>
              <a:t>				"commit_amount_q4FY26": 0.0,</a:t>
            </a:r>
          </a:p>
          <a:p>
            <a:r>
              <a:rPr lang="en-US" dirty="0"/>
              <a:t>				"commit_amount_q4FY27": 0.0,</a:t>
            </a:r>
          </a:p>
          <a:p>
            <a:r>
              <a:rPr lang="en-US" dirty="0"/>
              <a:t>				"expansion_q3FY26": 0.0,</a:t>
            </a:r>
          </a:p>
          <a:p>
            <a:r>
              <a:rPr lang="en-US" dirty="0"/>
              <a:t>				"actuals_amount_q1FY27": 0.0,</a:t>
            </a:r>
          </a:p>
          <a:p>
            <a:r>
              <a:rPr lang="en-US" dirty="0"/>
              <a:t>				"actuals_amount_totalFY27": 0.0,</a:t>
            </a:r>
          </a:p>
          <a:p>
            <a:r>
              <a:rPr lang="en-US" dirty="0"/>
              <a:t>				"actuals_amount_q1FY26": 0.0,</a:t>
            </a:r>
          </a:p>
          <a:p>
            <a:r>
              <a:rPr lang="en-US" dirty="0"/>
              <a:t>				"actuals_amount_totalFY26": 0.0,</a:t>
            </a:r>
          </a:p>
          <a:p>
            <a:r>
              <a:rPr lang="en-US" dirty="0"/>
              <a:t>				"expansion_q3FY27": 0.0,</a:t>
            </a:r>
          </a:p>
          <a:p>
            <a:r>
              <a:rPr lang="en-US" dirty="0"/>
              <a:t>				"price_change_totalFY27": 0.0,</a:t>
            </a:r>
          </a:p>
          <a:p>
            <a:r>
              <a:rPr lang="en-US" dirty="0"/>
              <a:t>				"price_change_totalFY26": 0.0,</a:t>
            </a:r>
          </a:p>
          <a:p>
            <a:r>
              <a:rPr lang="en-US" dirty="0"/>
              <a:t>				"commit_amount_q3FY27": 0.0,</a:t>
            </a:r>
          </a:p>
          <a:p>
            <a:r>
              <a:rPr lang="en-US" dirty="0"/>
              <a:t>				"commit_amount_q3FY26": 0.0,</a:t>
            </a:r>
          </a:p>
          <a:p>
            <a:r>
              <a:rPr lang="en-US" dirty="0"/>
              <a:t>				"volume_change_q1FY26": 0.0,</a:t>
            </a:r>
          </a:p>
          <a:p>
            <a:r>
              <a:rPr lang="en-US" dirty="0"/>
              <a:t>				"volume_change_q1FY27": 0.0,</a:t>
            </a:r>
          </a:p>
          <a:p>
            <a:r>
              <a:rPr lang="en-US" dirty="0"/>
              <a:t>				"forecast_total_amountFY27": 492.0,</a:t>
            </a:r>
          </a:p>
          <a:p>
            <a:r>
              <a:rPr lang="en-US" dirty="0"/>
              <a:t>				"expansion_totalFY27": 0.0,</a:t>
            </a:r>
          </a:p>
          <a:p>
            <a:r>
              <a:rPr lang="en-US" dirty="0"/>
              <a:t>				"forecast_total_amountFY26": 492.0,</a:t>
            </a:r>
          </a:p>
          <a:p>
            <a:r>
              <a:rPr lang="en-US" dirty="0"/>
              <a:t>				"final_forecasts_with_uplift_q3FY27": 123.0,</a:t>
            </a:r>
          </a:p>
          <a:p>
            <a:r>
              <a:rPr lang="en-US" dirty="0"/>
              <a:t>				"final_forecasts_without_uplift_q1FY27": 123.0,</a:t>
            </a:r>
          </a:p>
          <a:p>
            <a:r>
              <a:rPr lang="en-US" dirty="0"/>
              <a:t>				"expansion_q2FY27": 0.0,</a:t>
            </a:r>
          </a:p>
          <a:p>
            <a:r>
              <a:rPr lang="en-US" dirty="0"/>
              <a:t>				"expansion_q2FY26": 0.0,</a:t>
            </a:r>
          </a:p>
          <a:p>
            <a:r>
              <a:rPr lang="en-US" dirty="0"/>
              <a:t>				"expansion_totalFY26": 0.0,</a:t>
            </a:r>
          </a:p>
          <a:p>
            <a:r>
              <a:rPr lang="en-US" dirty="0"/>
              <a:t>				"final_forecasts_with_uplift_q3FY26": 123.0,</a:t>
            </a:r>
          </a:p>
          <a:p>
            <a:r>
              <a:rPr lang="en-US" dirty="0"/>
              <a:t>				"final_forecasts_without_uplift_q1FY26": 123.0,</a:t>
            </a:r>
          </a:p>
          <a:p>
            <a:r>
              <a:rPr lang="en-US" dirty="0"/>
              <a:t>				"volume_change_q2FY27": 0.0,</a:t>
            </a:r>
          </a:p>
          <a:p>
            <a:r>
              <a:rPr lang="en-US" dirty="0"/>
              <a:t>				"volume_change_q2FY26": 0.0,</a:t>
            </a:r>
          </a:p>
          <a:p>
            <a:r>
              <a:rPr lang="en-US" dirty="0"/>
              <a:t>				"expansion_q1FY27": 0.0,</a:t>
            </a:r>
          </a:p>
          <a:p>
            <a:r>
              <a:rPr lang="en-US" dirty="0"/>
              <a:t>				"commit_amount_q2FY27": 0.0,</a:t>
            </a:r>
          </a:p>
          <a:p>
            <a:r>
              <a:rPr lang="en-US" dirty="0"/>
              <a:t>				"commit_amount_q2FY26": 0.0,</a:t>
            </a:r>
          </a:p>
          <a:p>
            <a:r>
              <a:rPr lang="en-US" dirty="0"/>
              <a:t>				"expansion_q1FY26": 0.0,</a:t>
            </a:r>
          </a:p>
          <a:p>
            <a:r>
              <a:rPr lang="en-US" dirty="0"/>
              <a:t>				"final_forecasts_with_uplift_q4FY26": 123.0,</a:t>
            </a:r>
          </a:p>
          <a:p>
            <a:r>
              <a:rPr lang="en-US" dirty="0"/>
              <a:t>				"final_forecasts_without_uplift_q2FY26": 123.0,</a:t>
            </a:r>
          </a:p>
          <a:p>
            <a:r>
              <a:rPr lang="en-US" dirty="0"/>
              <a:t>				"final_forecasts_with_uplift_q4FY27": 123.0,</a:t>
            </a:r>
          </a:p>
          <a:p>
            <a:r>
              <a:rPr lang="en-US" dirty="0"/>
              <a:t>				"final_forecasts_without_uplift_q2FY27": 123.0</a:t>
            </a:r>
          </a:p>
          <a:p>
            <a:r>
              <a:rPr lang="en-US" dirty="0"/>
              <a:t>			}</a:t>
            </a:r>
          </a:p>
          <a:p>
            <a:r>
              <a:rPr lang="en-US" dirty="0"/>
              <a:t>		},</a:t>
            </a:r>
          </a:p>
          <a:p>
            <a:r>
              <a:rPr lang="en-US" dirty="0"/>
              <a:t>	"</a:t>
            </a:r>
            <a:r>
              <a:rPr lang="en-US" dirty="0" err="1"/>
              <a:t>uniqueRelatedPOs</a:t>
            </a:r>
            <a:r>
              <a:rPr lang="en-US" dirty="0"/>
              <a:t>": [</a:t>
            </a:r>
          </a:p>
          <a:p>
            <a:r>
              <a:rPr lang="en-US" dirty="0"/>
              <a:t>		"(TESTDATA)",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]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76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https://xyz.com/api/dataloader/v1/attributes/purchaseorders/aggregateGL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"filter": {},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"Fiscal Year":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"Actuals Total Amount": "$sum:$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fields.usd_net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-xx-xx-xx-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dirty="0"/>
              <a:t>    "</a:t>
            </a:r>
            <a:r>
              <a:rPr lang="en-US" dirty="0" err="1"/>
              <a:t>statusCode</a:t>
            </a:r>
            <a:r>
              <a:rPr lang="en-US" dirty="0"/>
              <a:t>": 200,</a:t>
            </a:r>
          </a:p>
          <a:p>
            <a:r>
              <a:rPr lang="en-US" dirty="0"/>
              <a:t>    "</a:t>
            </a:r>
            <a:r>
              <a:rPr lang="en-US" dirty="0" err="1"/>
              <a:t>statusReason</a:t>
            </a:r>
            <a:r>
              <a:rPr lang="en-US" dirty="0"/>
              <a:t>": "OK",</a:t>
            </a:r>
          </a:p>
          <a:p>
            <a:r>
              <a:rPr lang="en-US" dirty="0"/>
              <a:t>    "success": true,</a:t>
            </a:r>
          </a:p>
          <a:p>
            <a:r>
              <a:rPr lang="en-US" dirty="0"/>
              <a:t>    "status": "OK",</a:t>
            </a:r>
          </a:p>
          <a:p>
            <a:r>
              <a:rPr lang="en-US" dirty="0"/>
              <a:t>    "</a:t>
            </a:r>
            <a:r>
              <a:rPr lang="en-US" dirty="0" err="1"/>
              <a:t>purchaseOrderRows</a:t>
            </a:r>
            <a:r>
              <a:rPr lang="en-US" dirty="0"/>
              <a:t>": [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"Actuals Total Amount": 1.528167270972325E8,</a:t>
            </a:r>
          </a:p>
          <a:p>
            <a:r>
              <a:rPr lang="en-US" dirty="0"/>
              <a:t>            "Fiscal Year": "FY26"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]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25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https://xyz.com/api/dataloader/v1/attributes/generalLedger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"fields":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"value": "FY26",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"type": "STRING"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"value": "011272362"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fiscal_quarter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"value": "Q1FY26"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fiscal_period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"value": "AUG FY2026"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"sort":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displayFieldName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"Level 3 Leader",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sortDirection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"ASCENDING"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generalLedger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-xx-xx-xx-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xxxxx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"success":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"status": "OK",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generalLedgerRows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[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"41daf590-7747-47ab-8fb9-bf7cd094cbe7",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"2025-01-03T04:59:23.686+00:00",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"2025-01-03T04:59:23.686+00:00",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"onex_level4_name",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"Level 4 Leader",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"1b6d07e3-5f1f-4d19-9927-ede66b504e92",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"2025-01-03T04:59:39.052+00:00",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"2025-01-03T04:59:39.052+00:00",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"onex_level5_name",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"Level 5 Leader",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zoro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"f960d3e7-35b8-49b7-b0af-e1e2f0955fed",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"2025-01-03T04:59:08.887+00:00",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"2025-01-03T04:59:08.887+00:00",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slt_leader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"Level 3 Leader",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luffy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"6c7577c0-4f77-47ff-94d4-912fa48cd0ce",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"2024-08-29T19:52:56.960+00:00",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"2024-08-29T19:52:56.960+00:00",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"PO Number",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"test",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"127ddcd0-a5b9-49a4-bd4e-f50fd9b0ff35",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"2024-08-29T19:58:46.696+00:00",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"2024-08-29T19:58:46.696+00:00",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usd_net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"USD Net",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"CURRENCY",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-2.0,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"798d7b95-e31a-42a0-a472-a2d5ffbd60ac",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"2025-02-25T18:45:35.211+00:00",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"2025-02-25T18:45:35.211+00:00",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"node_level4_name",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"Node Level 4",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"peter",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"f5a391dd-24ef-4e46-827c-d4a564095b52",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"2024-08-29T19:56:07.668+00:00",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"2024-11-04T08:56:53.325+00:00",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"BK_FUNCTIONAL_CURRENCY_CODE",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"Transactional Currency Code",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"1a800536-975b-4020-9ddd-877abc4de732",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"2024-08-29T19:35:23.662+00:00",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"2024-09-13T06:20:41.784+00:00",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"JOURNAL_ENTRY_LINE_DESCR",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"GL Description",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"surveys",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"3233049e-7506-48a5-9fbd-66a86ec4f260",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"2024-09-13T05:37:35.558+00:00",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"2024-11-04T10:39:57.000+00:00",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company_code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"Department Code",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"12341234",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"92da1497-cdbd-4edf-8048-424422ca057a",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"2024-08-29T19:57:54.883+00:00",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"2024-09-13T06:22:37.625+00:00",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"RU_DV_USD_DEBIT_AMT",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"USD Dr",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"CURRENCY",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0.0,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"e32e3386-efe8-401c-8cf8-11357efd2002",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"2025-02-25T18:45:49.403+00:00",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"2025-02-25T18:45:49.403+00:00",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"node_level5_name",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"Node Level 5",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"b9d0ea6f-90dc-4b79-b3ad-da3d2f3e3c8b",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"2024-09-13T05:34:00.464+00:00",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"2024-09-13T05:34:00.464+00:00",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"EFFECTIVE_DT_MONTH_NUM_INT",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"Fiscal Month Int",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"INTEGER",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1,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"d27e261c-6fff-4db2-9f6c-c9c8e41fd222",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"2024-10-28T07:53:14.391+00:00",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"2024-10-28T07:53:14.391+00:00",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fiscal_quarter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"Fiscal Quarter",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"Q1FY26",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"b9221fe0-406e-4b25-a02b-4c61fd47c360",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"2024-08-29T19:58:22.459+00:00",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"2024-09-13T06:22:47.242+00:00",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"RU_DV_USD_CREDIT_AMT",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"USD Cr",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"CURRENCY",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2.0",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"3571812f-13ca-4261-abbe-7d687f59687b",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"2024-08-29T19:36:20.170+00:00",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"2024-09-13T06:20:50.398+00:00",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"EFFECTIVE_DT",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"GL Date",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"DATETIME",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true,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1753660800000,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"62d919ba-680b-44a5-be2f-f4cb8d609494",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"2024-08-27T19:33:10.483+00:00",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"2024-09-13T06:18:49.543+00:00",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"FINANCIAL_DEPT_NAME",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"Department Name",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"id": "25df25a8-38c5-493e-85fd-ee453c6924df",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"2024-08-27T19:32:45.649+00:00",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"2024-09-13T05:36:45.596+00:00",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"key": "DD_BK_DEPT_CD",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"name": "Department",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"type": "STRING",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"list":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"indexed":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"required":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false,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"value": "123112",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sourceTemplate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itam_asset_general_ledger_po_transaction_row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"68dfad6ec77bebcb8c632935"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]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26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atinLnBrk="1"/>
            <a:r>
              <a:rPr lang="en-US" b="1" dirty="0"/>
              <a:t>API</a:t>
            </a:r>
            <a:r>
              <a:rPr lang="en-US" dirty="0"/>
              <a:t>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https://xyz.com/api/dataloader/v1/attributes/purchaseorders/aggregate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Method: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Payload: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fiscalYear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"filter":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"$eq:123123"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"Department":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fields.department_number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"Project":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fields.project_program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"Vendor":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features.fields.vendor_name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"PO Number": "$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fields.po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reconciliation status q1": "$fields.gl_reconciliation_status_q1FY26",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reconciliation status q2": "$fields.gl_reconciliation_status_q2FY26",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reconciliation status q3": "$fields.gl_reconciliation_status_q3FY26",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reconciliation status q4": "$fields.gl_reconciliation_status_q4FY26",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"Forecast Amount - Q1": "$fa_forecast_amount_q1FY26",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"Forecast Amount - Q2": "$fa_forecast_amount_q2FY26",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"Forecast Amount - Q3": "$fa_forecast_amount_q3FY26",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"Forecast Amount - Q4": "$fa_forecast_amount_q4FY26"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attributeCounts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 Amount - Q1": "$sum:$fields.actuals_amount_q1FY26",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"Commit Amount - Q1": "$sum:$fields.commit_amount_q1FY26",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 Amount - Q2": "$sum:$fields.actuals_amount_q2FY26",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"Commit Amount - Q2": "$sum:$fields.commit_amount_q2FY26",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 Amount - Q3": "$sum:$fields.actuals_amount_q3FY26",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"Commit Amount - Q3": "$sum:$fields.commit_amount_q3FY26",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"Actual Amount - Q4": "$sum:$fields.actuals_amount_q4FY26",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"Commit Amount - Q4": "$sum:$fields.commit_amount_q4FY26",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"Baseline Amount - Q1": "$sum:$fields.baseline_amount_q1FY26",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"Baseline Amount - Q2": "$sum:$fields.baseline_amount_q2FY26",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"Baseline Amount - Q3": "$sum:$fields.baseline_amount_q3FY26",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"Baseline Amount - Q4": "$sum:$fields.baseline_amount_q4FY26",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"Expected Increase Amount - Q1": "$sum:$fields.expected_change_amount_q1FY26",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"Expected Increase Amount - Q2": "$sum:$fields.expected_change_amount_q2FY26",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"Expected Increase Amount - Q3": "$sum:$fields.expected_change_amount_q3FY26",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"Expected Increase Amount - Q4": "$sum:$fields.expected_change_amount_q4FY26"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itemsPerPage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100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"0a338cf-302e-4100-9c1a-a44d4a2f",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200,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statusReason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"success": true,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"status": "OK",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purchaseOrderRows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[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Q1":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Q1":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Q1":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Q1": 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"Department": 123123,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"Vendor": "GOGGATS",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 Number": "(Test)",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Q1": 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Q4":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Q1":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Q1":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"Actual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"Commit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Q1":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"Baseline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Q1": 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"Expected Increase Amount - Q4":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"Department": 123123,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"Vendor": "INTERNATIONAL",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"PO Number": "(Test2)",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Q1": 2.0,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Q2":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Q3": 0.0,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"Forecast Amount - Q4":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40C0E-0DD8-4606-8347-1595784556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6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E81D-18EA-1E07-9875-7667D016A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86837-0607-0D6C-E81C-3CDA85CEA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968C7-25B1-39D8-D5C5-BA34DC08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0B48-EF3C-9B9C-BC1C-3124669A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8FEC2-CEA5-2BF5-2A2E-FBA6FC23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6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AE47-30C8-DF47-573B-03FE9466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8B6E-9CFE-FD7D-3FC7-483FB85C9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923D6-ACAE-5EFF-3806-66BAE678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7A530-DF6F-4A4C-6AE6-8F3B8966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1BA6E-18BD-D3F0-4C1F-8D982A99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9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1F79-2568-2A15-C860-0D7168EA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1AA97-6C95-5F73-B10C-D4B9B5898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3A33A-E220-4EA8-CC3B-AA8E0A49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6F83F-77D6-52F0-00C9-83C97249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A7EE-DBC0-66F1-AD00-8B50F6AF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8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9F2E-E0E9-5053-F28C-01FAC38A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A988-F09D-E5A3-13B2-2F0891DC5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596EB-02BA-57AA-335B-6CC855A2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BAF82-73AC-9DFC-7736-C9FA7386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3487E-DF7C-1C59-4215-1BF2CFB6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DB5D2-E0C2-7307-B951-E471AC96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13A3-CD81-1E3E-1A82-115107D4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BA12E-7185-449F-9C32-07CC78663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F7160-F161-698E-4F59-335405EAA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D36B1-6210-34B6-7DB2-365643C7D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75F81-4D07-7D8A-6B2A-B4E5C286D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145CD-2FA6-D12B-9780-F07F4487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55D0F-25D4-ABDB-BDDF-FB353673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0ACE0-06BA-8548-7DA4-006A53A8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0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91D6-ED23-449C-325B-5C9529E7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0DE4D-88F3-6CB2-1D6B-71279F2E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86A21-C71D-EE9D-3429-BA635D0D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F8189-48C3-F717-D3FA-226FDD75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0661C-56DE-9AB5-7817-376FD564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CD606-EFB6-EED5-1088-A3D6B58B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C2E24-C340-BBE6-6C4D-0C7A10AE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9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8CDD-BE67-B14F-5744-ACEEC3E5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14D4-AA9E-DC52-838D-85DCE36F6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B1DC0-E213-F8DA-96A6-8B6C28833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94DB0-D502-42AE-28AE-DD2BF886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3B884-11AD-A130-8191-70B8CA65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DEE60-56D8-FCF5-95D1-D40B69CF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93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8DC5-A4F3-6488-C130-DE5DE20E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ACAEA-81F0-8154-A6D1-201BFA296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DF99F-E873-E68C-E00C-DA9F95105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1001E-FC64-9F03-5C3F-E3BF0A99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328A4-E1BC-3224-CEA0-F2F99824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A1F2B-A8D9-FA07-C154-0E041D09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2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3B99-256D-63C2-149D-EF06FB62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3894E-4BE4-B37F-6D62-814F28F66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97C8D-98DE-71BE-BD01-17A69FE5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7AEB2-1FAF-165F-FA63-C9B2B68A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2749F-1E37-F14D-7BC0-DD945553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1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9E6FC-4A91-D977-B626-C49B9B7A5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9C143-32A3-8F52-96E6-693EE03B6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D1E5-025B-28A5-6954-9898A0EF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E616D-6172-9CBD-DCCB-CABBCF41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D2A51-F56F-15E3-B858-361C89B9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7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E34E4D-7216-FE46-010A-740F32E4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B829-8B12-335B-CF08-4E0DA5CB5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46019-C300-4019-1712-52E9D2382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71C7E-E68B-49BE-9420-B7A3CB80A8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FEF7A-53B6-D60A-C860-B424C7D1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5C5E8-F23A-3AAC-7CFC-96C17FB8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AD710-41FF-4D1F-8F1B-2E0B161EA32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41940-16C6-E59E-390A-09E1CB82B8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417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E0263-B009-039A-F523-FDDD03D7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877"/>
            <a:ext cx="12192000" cy="61404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1EAB72-3CC8-4DE8-40CA-1FAA276CD828}"/>
              </a:ext>
            </a:extLst>
          </p:cNvPr>
          <p:cNvSpPr txBox="1"/>
          <p:nvPr/>
        </p:nvSpPr>
        <p:spPr>
          <a:xfrm>
            <a:off x="110837" y="65465"/>
            <a:ext cx="5243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Software Assets Purchase Management Platform</a:t>
            </a:r>
          </a:p>
        </p:txBody>
      </p:sp>
    </p:spTree>
    <p:extLst>
      <p:ext uri="{BB962C8B-B14F-4D97-AF65-F5344CB8AC3E}">
        <p14:creationId xmlns:p14="http://schemas.microsoft.com/office/powerpoint/2010/main" val="345949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E2037-791F-BBBB-47B4-B7AA0DB3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886EB56-FB45-0D80-1E51-6F7ED47DC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8045"/>
            <a:ext cx="12192000" cy="5453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AFB9C6A-4D04-AD78-F474-3C7211F93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72" y="548406"/>
            <a:ext cx="11637819" cy="12578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E5E425E-F5C9-8554-DE46-7C5BE2979937}"/>
              </a:ext>
            </a:extLst>
          </p:cNvPr>
          <p:cNvSpPr/>
          <p:nvPr/>
        </p:nvSpPr>
        <p:spPr>
          <a:xfrm>
            <a:off x="110837" y="1524001"/>
            <a:ext cx="295563" cy="5167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453E1-308B-46B2-40FD-72F015B99803}"/>
              </a:ext>
            </a:extLst>
          </p:cNvPr>
          <p:cNvSpPr txBox="1"/>
          <p:nvPr/>
        </p:nvSpPr>
        <p:spPr>
          <a:xfrm>
            <a:off x="110837" y="65465"/>
            <a:ext cx="3346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Finance Manager’s Dashboard</a:t>
            </a:r>
          </a:p>
        </p:txBody>
      </p:sp>
    </p:spTree>
    <p:extLst>
      <p:ext uri="{BB962C8B-B14F-4D97-AF65-F5344CB8AC3E}">
        <p14:creationId xmlns:p14="http://schemas.microsoft.com/office/powerpoint/2010/main" val="269360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88F4-E7D8-3761-768F-12F5F116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97E767-5FE6-CC26-CF1B-7DB5B51BE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39" y="1520650"/>
            <a:ext cx="6961267" cy="502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B464E-109B-8134-EE2C-017567A29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39" y="758882"/>
            <a:ext cx="6961267" cy="752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233878-C2A0-7AF9-6D5A-CC220E55A111}"/>
              </a:ext>
            </a:extLst>
          </p:cNvPr>
          <p:cNvSpPr txBox="1"/>
          <p:nvPr/>
        </p:nvSpPr>
        <p:spPr>
          <a:xfrm>
            <a:off x="412539" y="123484"/>
            <a:ext cx="710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Finance Manager’s Dashboard – Organizational Level Leader Filters</a:t>
            </a:r>
          </a:p>
        </p:txBody>
      </p:sp>
    </p:spTree>
    <p:extLst>
      <p:ext uri="{BB962C8B-B14F-4D97-AF65-F5344CB8AC3E}">
        <p14:creationId xmlns:p14="http://schemas.microsoft.com/office/powerpoint/2010/main" val="104439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8692-67C2-EA4F-E90B-CD92CF0C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FEC8BD-8E6E-9322-6C67-1C52775D9A82}"/>
              </a:ext>
            </a:extLst>
          </p:cNvPr>
          <p:cNvSpPr txBox="1"/>
          <p:nvPr/>
        </p:nvSpPr>
        <p:spPr>
          <a:xfrm>
            <a:off x="412539" y="123484"/>
            <a:ext cx="681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Finance Manager’s Dashboard: Live Graphical Representations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793A85-87DD-988B-B21F-0C7D21CC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30" y="805945"/>
            <a:ext cx="9851990" cy="57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6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74E1-4E59-80A3-304C-8E043D8A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D37A4C-7914-7BA9-C228-A959CE880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697236"/>
            <a:ext cx="11268075" cy="59930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2755F7-2E60-1283-419E-497B079252BC}"/>
              </a:ext>
            </a:extLst>
          </p:cNvPr>
          <p:cNvSpPr txBox="1"/>
          <p:nvPr/>
        </p:nvSpPr>
        <p:spPr>
          <a:xfrm>
            <a:off x="133350" y="91539"/>
            <a:ext cx="283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Module-1: PO Processing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5F6B8-EBCC-7BF6-EB13-A02021BEB9F6}"/>
              </a:ext>
            </a:extLst>
          </p:cNvPr>
          <p:cNvSpPr txBox="1"/>
          <p:nvPr/>
        </p:nvSpPr>
        <p:spPr>
          <a:xfrm>
            <a:off x="586871" y="420237"/>
            <a:ext cx="7721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FA to review their Department’s newly Signed POs in </a:t>
            </a:r>
            <a:r>
              <a:rPr lang="en-US" sz="1200" dirty="0" err="1">
                <a:solidFill>
                  <a:srgbClr val="0070C0"/>
                </a:solidFill>
              </a:rPr>
              <a:t>Datalake</a:t>
            </a:r>
            <a:r>
              <a:rPr lang="en-US" sz="1200" dirty="0">
                <a:solidFill>
                  <a:srgbClr val="0070C0"/>
                </a:solidFill>
              </a:rPr>
              <a:t> and establish Renewal Relationships with older </a:t>
            </a:r>
            <a:r>
              <a:rPr lang="en-US" sz="1200" dirty="0" err="1">
                <a:solidFill>
                  <a:srgbClr val="0070C0"/>
                </a:solidFill>
              </a:rPr>
              <a:t>POs.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38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07885-DD71-8075-286A-2DBFDEB2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0127006-E9CF-D1B0-4B37-5A0A6CA10A99}"/>
              </a:ext>
            </a:extLst>
          </p:cNvPr>
          <p:cNvSpPr txBox="1"/>
          <p:nvPr/>
        </p:nvSpPr>
        <p:spPr>
          <a:xfrm>
            <a:off x="133350" y="91539"/>
            <a:ext cx="2814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Module-1: PO Processing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336FD-18E4-EAAF-7DAB-54975BFF4B76}"/>
              </a:ext>
            </a:extLst>
          </p:cNvPr>
          <p:cNvSpPr txBox="1"/>
          <p:nvPr/>
        </p:nvSpPr>
        <p:spPr>
          <a:xfrm>
            <a:off x="586871" y="420237"/>
            <a:ext cx="5028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Renewal Association tool to link new POs to corresponding previous </a:t>
            </a:r>
            <a:r>
              <a:rPr lang="en-US" sz="1200" dirty="0" err="1">
                <a:solidFill>
                  <a:srgbClr val="0070C0"/>
                </a:solidFill>
              </a:rPr>
              <a:t>POs.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3B92A-222D-2D9F-322F-D2251EAEB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3" y="638197"/>
            <a:ext cx="11005038" cy="612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4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E346-ED4C-A88D-5436-60918E38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E1499-DCE9-56B8-33F3-E3E34C4615AA}"/>
              </a:ext>
            </a:extLst>
          </p:cNvPr>
          <p:cNvSpPr txBox="1"/>
          <p:nvPr/>
        </p:nvSpPr>
        <p:spPr>
          <a:xfrm>
            <a:off x="133350" y="91539"/>
            <a:ext cx="2857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Module-4: FA PO Portfolio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694491-9173-F51A-6480-04AB1FDFE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536"/>
            <a:ext cx="12192000" cy="59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8057-C7EE-D7C6-3567-96E24035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4E719EA-5271-5470-DC05-478FB3A42F73}"/>
              </a:ext>
            </a:extLst>
          </p:cNvPr>
          <p:cNvSpPr txBox="1"/>
          <p:nvPr/>
        </p:nvSpPr>
        <p:spPr>
          <a:xfrm>
            <a:off x="133350" y="91539"/>
            <a:ext cx="635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Module-2: PO Portfolio for Financial Analysts / Controllers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AAF9B-F1D6-E3AA-4587-387B6A79C331}"/>
              </a:ext>
            </a:extLst>
          </p:cNvPr>
          <p:cNvSpPr txBox="1"/>
          <p:nvPr/>
        </p:nvSpPr>
        <p:spPr>
          <a:xfrm>
            <a:off x="586871" y="420237"/>
            <a:ext cx="2638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Monthly Forecasts View and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FFCED-3DB5-8E42-1022-7FF32EE0E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9" y="697236"/>
            <a:ext cx="10848975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2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926B-9749-F607-CEAA-7291CDA1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198C33-8F87-7FE8-5248-4E36B73D199F}"/>
              </a:ext>
            </a:extLst>
          </p:cNvPr>
          <p:cNvSpPr txBox="1"/>
          <p:nvPr/>
        </p:nvSpPr>
        <p:spPr>
          <a:xfrm>
            <a:off x="133350" y="91539"/>
            <a:ext cx="4627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Module-4: FA PO Portfolio: PO Details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B9777-640F-EAA3-06EE-48FFA3A85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9" y="574168"/>
            <a:ext cx="11111345" cy="608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2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6ADC-B1E3-6F61-4279-2F83FB0C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F9A94B-0E04-127E-0FC8-3FDDE1525C17}"/>
              </a:ext>
            </a:extLst>
          </p:cNvPr>
          <p:cNvSpPr txBox="1"/>
          <p:nvPr/>
        </p:nvSpPr>
        <p:spPr>
          <a:xfrm>
            <a:off x="133350" y="91539"/>
            <a:ext cx="550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Module-3: Reconciled General Ledger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8A1CE-BD27-11A8-9A27-EA8E8E9BFB76}"/>
              </a:ext>
            </a:extLst>
          </p:cNvPr>
          <p:cNvSpPr txBox="1"/>
          <p:nvPr/>
        </p:nvSpPr>
        <p:spPr>
          <a:xfrm>
            <a:off x="586871" y="460871"/>
            <a:ext cx="7399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Monthly Reconciled View of General Ledger Actuals with PO Forecasts, compared per Organizational Leaders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C39D8-0694-3B5B-3C41-212412075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88" y="830203"/>
            <a:ext cx="10868025" cy="58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4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F3FF-29DC-6206-01D8-4F9C70EC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F6696-CAC5-B41C-5DA5-D00C011B955D}"/>
              </a:ext>
            </a:extLst>
          </p:cNvPr>
          <p:cNvSpPr txBox="1"/>
          <p:nvPr/>
        </p:nvSpPr>
        <p:spPr>
          <a:xfrm>
            <a:off x="133350" y="91539"/>
            <a:ext cx="550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Module-3: Reconciled General Ledger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DDDE7-0FCD-9F7F-47FA-8E78BE4735E8}"/>
              </a:ext>
            </a:extLst>
          </p:cNvPr>
          <p:cNvSpPr txBox="1"/>
          <p:nvPr/>
        </p:nvSpPr>
        <p:spPr>
          <a:xfrm>
            <a:off x="586871" y="460871"/>
            <a:ext cx="5443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Details of General Ledger Actuals, Depreciation Details per Fiscal Period/Month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FE560-545C-66D8-C5A5-B57D420F5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3" y="864365"/>
            <a:ext cx="10872788" cy="553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2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FEEE-A779-60E4-625B-AB7CC77C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764D3-F5AC-AD3D-AC34-B2DCEB99D155}"/>
              </a:ext>
            </a:extLst>
          </p:cNvPr>
          <p:cNvSpPr txBox="1"/>
          <p:nvPr/>
        </p:nvSpPr>
        <p:spPr>
          <a:xfrm>
            <a:off x="133350" y="91539"/>
            <a:ext cx="550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Module-3: Reconciled General Ledger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BCC56-4EFA-481B-9AF4-FF4226ED8684}"/>
              </a:ext>
            </a:extLst>
          </p:cNvPr>
          <p:cNvSpPr txBox="1"/>
          <p:nvPr/>
        </p:nvSpPr>
        <p:spPr>
          <a:xfrm>
            <a:off x="586871" y="470396"/>
            <a:ext cx="7691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Organization’s Yearly Financial View, comparing Quarterly Forecasts vs General Ledger Actuals per Purchase Order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49AD3-1E3B-AA79-A462-4919A4BC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18" y="756920"/>
            <a:ext cx="10704920" cy="588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67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35427</TotalTime>
  <Words>78170</Words>
  <Application>Microsoft Office PowerPoint</Application>
  <PresentationFormat>Widescreen</PresentationFormat>
  <Paragraphs>8481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Yashwant Pirta -X (ypirta - CAPGEMINI AMERICA INC at Cisco)</dc:creator>
  <cp:lastModifiedBy>Yashwant Pirta -X (ypirta - CAPGEMINI AMERICA INC at Cisco)</cp:lastModifiedBy>
  <cp:revision>46</cp:revision>
  <dcterms:created xsi:type="dcterms:W3CDTF">2025-08-05T00:03:03Z</dcterms:created>
  <dcterms:modified xsi:type="dcterms:W3CDTF">2025-11-11T21:56:23Z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2025-08-05T00:03:30Z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83daba5b-b773-4689-9b00-8d433f1c0f11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Cisco Confidential</vt:lpwstr>
  </property>
</Properties>
</file>