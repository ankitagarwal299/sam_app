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dirty="0"/>
              <a:t>Forecast Capabilities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195889"/>
              </p:ext>
            </p:extLst>
          </p:nvPr>
        </p:nvGraphicFramePr>
        <p:xfrm>
          <a:off x="246888" y="1014984"/>
          <a:ext cx="8650224" cy="545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Budget Owner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Finance Analyst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Finance Approver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Create Draft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Edit Phasing (Canvas)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Edit Governance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Use Phasing Helpers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Submit Draft to 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Publish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Unlock 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Compare Versions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482"/>
          </a:xfrm>
        </p:spPr>
        <p:txBody>
          <a:bodyPr>
            <a:normAutofit fontScale="90000"/>
          </a:bodyPr>
          <a:lstStyle/>
          <a:p>
            <a:r>
              <a:rPr dirty="0"/>
              <a:t>AFE Intake &amp; Governance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81263"/>
              </p:ext>
            </p:extLst>
          </p:nvPr>
        </p:nvGraphicFramePr>
        <p:xfrm>
          <a:off x="457200" y="1115568"/>
          <a:ext cx="8449056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9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AFE Driver</a:t>
                      </a:r>
                      <a:endParaRPr dirty="0"/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Finance Analyst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Finance Approver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Create AFE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Edit AFE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Submit 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Review Snapshot 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Read-only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Approve / Request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Route to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Add Governance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Unlock 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F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67194"/>
          </a:xfrm>
        </p:spPr>
        <p:txBody>
          <a:bodyPr>
            <a:normAutofit fontScale="90000"/>
          </a:bodyPr>
          <a:lstStyle/>
          <a:p>
            <a:r>
              <a:rPr dirty="0"/>
              <a:t>Data Visibility &amp; Security Controls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687370"/>
              </p:ext>
            </p:extLst>
          </p:nvPr>
        </p:nvGraphicFramePr>
        <p:xfrm>
          <a:off x="457200" y="1097280"/>
          <a:ext cx="8321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Row-Level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Users see only permitted portfolios / business units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Field-Level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Governance fields restricted to Finance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Snapshot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AFE tied to specific ForecastVersionId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Immutable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Approved AFE becomes read-only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Append-Only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Narrative + forecast versions retained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All edits logged with user + timestamp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Conditional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Compliance triggered by risk signals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SLA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Approval timers with </a:t>
                      </a:r>
                      <a:r>
                        <a:rPr lang="en-US" dirty="0"/>
                        <a:t>reminders or </a:t>
                      </a:r>
                      <a:r>
                        <a:rPr dirty="0"/>
                        <a:t>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" y="174054"/>
            <a:ext cx="8970264" cy="658050"/>
          </a:xfrm>
        </p:spPr>
        <p:txBody>
          <a:bodyPr>
            <a:normAutofit fontScale="90000"/>
          </a:bodyPr>
          <a:lstStyle/>
          <a:p>
            <a:r>
              <a:rPr dirty="0"/>
              <a:t>Canvas vs Model-Driven Access Boundary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62615"/>
              </p:ext>
            </p:extLst>
          </p:nvPr>
        </p:nvGraphicFramePr>
        <p:xfrm>
          <a:off x="457200" y="1097280"/>
          <a:ext cx="840333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824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Budget Owner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Canvas – Forecast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Canvas – AFE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Model-Driven – Finance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7824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Model-Driven – Approval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Assigned Only</a:t>
                      </a:r>
                    </a:p>
                  </a:txBody>
                  <a:tcPr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76338"/>
          </a:xfrm>
        </p:spPr>
        <p:txBody>
          <a:bodyPr>
            <a:normAutofit fontScale="90000"/>
          </a:bodyPr>
          <a:lstStyle/>
          <a:p>
            <a:r>
              <a:rPr dirty="0"/>
              <a:t>Governance Safeguards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38097"/>
              </p:ext>
            </p:extLst>
          </p:nvPr>
        </p:nvGraphicFramePr>
        <p:xfrm>
          <a:off x="457200" y="1097280"/>
          <a:ext cx="822045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5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Safeguard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000000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Draft-Only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Published versions locked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Immutable 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Approved AFE cannot be altered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Append-only forecast versions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Compliance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Automated governance triggers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t>Admin Overrides Logged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All override actions audited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295</Words>
  <Application>Microsoft Office PowerPoint</Application>
  <PresentationFormat>On-screen Show (4:3)</PresentationFormat>
  <Paragraphs>163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Forecast Capabilities Matrix</vt:lpstr>
      <vt:lpstr>AFE Intake &amp; Governance Matrix</vt:lpstr>
      <vt:lpstr>Data Visibility &amp; Security Controls</vt:lpstr>
      <vt:lpstr>Canvas vs Model-Driven Access Boundary</vt:lpstr>
      <vt:lpstr>Governance Safeguards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Rubin, Tina</dc:creator>
  <cp:keywords/>
  <dc:description>generated using python-pptx</dc:description>
  <cp:lastModifiedBy>Rubin, Tina</cp:lastModifiedBy>
  <cp:revision>2</cp:revision>
  <dcterms:created xsi:type="dcterms:W3CDTF">2013-01-27T09:14:16Z</dcterms:created>
  <dcterms:modified xsi:type="dcterms:W3CDTF">2026-02-19T21:17:44Z</dcterms:modified>
  <cp:category/>
</cp:coreProperties>
</file>